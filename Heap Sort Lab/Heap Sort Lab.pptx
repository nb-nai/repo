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BA7CD9-18EB-6B9E-A021-672273091398}" v="446" dt="2026-04-14T14:55:58.6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48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D226F3-F4CA-FFC8-B4ED-8874359364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64C992-ABB5-C504-65FC-7CA0C88AAA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95D689C-505C-BA00-921F-7A1CB78D11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4EE412-4134-4E21-AD44-75A4CC21ED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54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4C06C2-AC5E-3BF2-5B11-E8513AD9D1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D3C59CA-53FE-111C-1EBE-0808548133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2CE00B0-6195-C78D-F80F-60076C47D2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3FAC4F-3FC3-4069-A7F2-62D19AAD33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11110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AE3E43-4395-60DD-E50D-CCECFD25AD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A1F9EB-5AC2-128B-5740-C0558CD3AE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EC2ADD-33B8-4E54-BCC2-F5F6DB71BD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D0F8D4-F2E0-4D13-94D2-25A9D0FBB6A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134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9C7700-B420-BA0A-65AD-0A1D9D7462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70BD5B-957A-0B26-FED5-117B9377B9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27DEC6-EA8A-51EB-83F8-FE03DC7DDB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ECA103-77E0-4309-8FB7-B71837CE4A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888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2928633-6C43-2D53-6ACC-A29604E9DF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DCEFD45-FB56-5C8E-7333-8D23467D0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F3FD7E2-88C3-B78D-E67D-96B087BD56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07E8C0-98A5-46FC-8DE2-72BB81ACBC9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1598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C38D84A-00C8-A4C5-0134-CDC1E7C60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5927C03-83AA-C9AE-9F1D-6B45005901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5F374B1-BE7B-F81C-BAE9-9F9351E4ED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2D8BFE-BD72-4487-8B43-61AF06BDE7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490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D37A7B-88C4-E50B-5F53-9F1345FFA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D101FFF-6120-C2F4-C6D9-7916DBA1D3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B21D32-6609-EC29-2BEF-7CC0EA0ABF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D62DFA-32B8-4154-ADE4-D1825F61BA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051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692E46-929F-DB11-47C7-650A52620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9E013A-A493-0BEB-222A-94506F092A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9459B-D6FC-B19F-D012-EA66502BFB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68EF39-A074-4468-90D4-EE1AE8735C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61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8CC9BF-6B00-4B69-5742-3E45C0651B9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A94E40-7920-D861-02F8-B8A7F36F08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5C3C6C-9034-D2D2-1195-9387019FFB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C300DD-BBA4-4160-8D88-AC260B88D3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0789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CDEEF6C-CC61-1DE8-E564-99CAC3031B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D19784-3E1E-F4FA-22E9-E3A5CBFFCC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8F916-8BFD-E2FE-9567-2EBE970B13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F51A22-2394-4617-8F7D-BA4FF923E0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0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2A8B3-7F11-6BD3-C094-80FC4572C0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96732F-AD48-9D08-F786-E57AEC3D27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55BE37-70B2-DD19-BEB5-5AB64306B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C81B5D-3C1B-4E38-A826-5109BD14EF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45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2DFB99-4748-3567-2E77-BC9D3AA157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988385D-C27B-3045-2BBA-7F07E5F21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802EE5-C199-4DA6-9111-BCFFBB9F0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2740806-8C87-4F4F-805C-041232DD1E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8BEF543-045E-467D-9045-85E14EED24A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8201A241-1132-45DE-91B2-FFC56D05C1B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>
            <a:extLst>
              <a:ext uri="{FF2B5EF4-FFF2-40B4-BE49-F238E27FC236}">
                <a16:creationId xmlns:a16="http://schemas.microsoft.com/office/drawing/2014/main" id="{C8814893-A0E3-74A1-AEC7-C1CCB2048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2400"/>
              <a:t>Build Heap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C4D938C3-18D3-6775-ED28-C7B489036102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1066800" y="1524000"/>
            <a:ext cx="6400800" cy="1752600"/>
          </a:xfrm>
          <a:noFill/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Let index = length/2-1.  This is the parent of the last node in the tree, i.e. list[index + 1] . . . list[length-1] are leaves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Convert the subtree with root of list[index] into a heap.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Given list[a] is root of tree, list[b] is left child (root *2 +1), list[c] is right child (root*2+2), if exists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Compare list[b] with list[c] to determine larger child, list[largerIndex]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Compare list[a] with list[largerIndex].  If list[a] &lt; list[largerIndex], then swap, else already a heap</a:t>
            </a:r>
          </a:p>
          <a:p>
            <a:pPr marL="1371600" lvl="2" indent="-457200" eaLnBrk="1" hangingPunct="1">
              <a:lnSpc>
                <a:spcPct val="80000"/>
              </a:lnSpc>
              <a:buFontTx/>
              <a:buAutoNum type="alphaLcPeriod"/>
            </a:pPr>
            <a:r>
              <a:rPr lang="en-US" altLang="en-US" sz="1600"/>
              <a:t>If swap, repeat step 2 for the subtree of list[largerIndex]</a:t>
            </a:r>
          </a:p>
          <a:p>
            <a:pPr marL="609600" indent="-60960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US" sz="1600"/>
              <a:t>Convert the subtree with the root of list[index-1] into a heap, repeat until list[0]</a:t>
            </a:r>
          </a:p>
        </p:txBody>
      </p:sp>
      <p:sp>
        <p:nvSpPr>
          <p:cNvPr id="2052" name="Text Box 6">
            <a:extLst>
              <a:ext uri="{FF2B5EF4-FFF2-40B4-BE49-F238E27FC236}">
                <a16:creationId xmlns:a16="http://schemas.microsoft.com/office/drawing/2014/main" id="{95F029C5-C956-9813-E099-DC3624AFD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676775"/>
            <a:ext cx="155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Heap Sort</a:t>
            </a:r>
          </a:p>
        </p:txBody>
      </p:sp>
      <p:sp>
        <p:nvSpPr>
          <p:cNvPr id="2053" name="Text Box 7">
            <a:extLst>
              <a:ext uri="{FF2B5EF4-FFF2-40B4-BE49-F238E27FC236}">
                <a16:creationId xmlns:a16="http://schemas.microsoft.com/office/drawing/2014/main" id="{1678E60C-B6B3-121E-D879-CC64C7DE8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410200"/>
            <a:ext cx="51625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Swap the root with the end of the list.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Heapify the list up to but not including the root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Repeat until there is only one node in the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7">
            <a:extLst>
              <a:ext uri="{FF2B5EF4-FFF2-40B4-BE49-F238E27FC236}">
                <a16:creationId xmlns:a16="http://schemas.microsoft.com/office/drawing/2014/main" id="{8953551B-F7B5-1F72-57A4-D21CC11CB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52400"/>
            <a:ext cx="6115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Simulate the heapsort algorithm manually to sort the array:</a:t>
            </a:r>
          </a:p>
        </p:txBody>
      </p:sp>
      <p:sp>
        <p:nvSpPr>
          <p:cNvPr id="3075" name="Text Box 19">
            <a:extLst>
              <a:ext uri="{FF2B5EF4-FFF2-40B4-BE49-F238E27FC236}">
                <a16:creationId xmlns:a16="http://schemas.microsoft.com/office/drawing/2014/main" id="{EA1A3A41-2625-2BB6-F1D7-B9C80C8DD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33400"/>
            <a:ext cx="22796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Show all steps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Make into a heap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1800"/>
              <a:t>Sort</a:t>
            </a:r>
          </a:p>
        </p:txBody>
      </p:sp>
      <p:sp>
        <p:nvSpPr>
          <p:cNvPr id="3076" name="Rectangle 21">
            <a:extLst>
              <a:ext uri="{FF2B5EF4-FFF2-40B4-BE49-F238E27FC236}">
                <a16:creationId xmlns:a16="http://schemas.microsoft.com/office/drawing/2014/main" id="{54DF8132-4D46-3233-D4C8-47F37FFB4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3077" name="Group 31">
            <a:extLst>
              <a:ext uri="{FF2B5EF4-FFF2-40B4-BE49-F238E27FC236}">
                <a16:creationId xmlns:a16="http://schemas.microsoft.com/office/drawing/2014/main" id="{B7BD3CF8-3103-5A3C-FA11-82A330944B40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828800"/>
            <a:ext cx="609600" cy="4876800"/>
            <a:chOff x="480" y="1152"/>
            <a:chExt cx="384" cy="3072"/>
          </a:xfrm>
        </p:grpSpPr>
        <p:sp>
          <p:nvSpPr>
            <p:cNvPr id="3190" name="Line 6">
              <a:extLst>
                <a:ext uri="{FF2B5EF4-FFF2-40B4-BE49-F238E27FC236}">
                  <a16:creationId xmlns:a16="http://schemas.microsoft.com/office/drawing/2014/main" id="{7E2927C0-9CFD-D4CF-9465-B55FC878C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1" name="Rectangle 20">
              <a:extLst>
                <a:ext uri="{FF2B5EF4-FFF2-40B4-BE49-F238E27FC236}">
                  <a16:creationId xmlns:a16="http://schemas.microsoft.com/office/drawing/2014/main" id="{D35D547A-1F23-6465-8543-D4ADB2FBB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92" name="Line 23">
              <a:extLst>
                <a:ext uri="{FF2B5EF4-FFF2-40B4-BE49-F238E27FC236}">
                  <a16:creationId xmlns:a16="http://schemas.microsoft.com/office/drawing/2014/main" id="{E94060C0-57B5-9A8E-CDA4-D6A6140B8C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3" name="Line 24">
              <a:extLst>
                <a:ext uri="{FF2B5EF4-FFF2-40B4-BE49-F238E27FC236}">
                  <a16:creationId xmlns:a16="http://schemas.microsoft.com/office/drawing/2014/main" id="{CEBFB8D2-C2CC-0559-0261-CAFA5E634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4" name="Line 25">
              <a:extLst>
                <a:ext uri="{FF2B5EF4-FFF2-40B4-BE49-F238E27FC236}">
                  <a16:creationId xmlns:a16="http://schemas.microsoft.com/office/drawing/2014/main" id="{96FA22BD-2E97-28D1-4400-28AB53A289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5" name="Line 26">
              <a:extLst>
                <a:ext uri="{FF2B5EF4-FFF2-40B4-BE49-F238E27FC236}">
                  <a16:creationId xmlns:a16="http://schemas.microsoft.com/office/drawing/2014/main" id="{62928E32-4772-0566-0CD3-A090B2B9C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6" name="Line 27">
              <a:extLst>
                <a:ext uri="{FF2B5EF4-FFF2-40B4-BE49-F238E27FC236}">
                  <a16:creationId xmlns:a16="http://schemas.microsoft.com/office/drawing/2014/main" id="{561FD8A9-4792-2A07-F839-0CEB8BD05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7" name="Line 28">
              <a:extLst>
                <a:ext uri="{FF2B5EF4-FFF2-40B4-BE49-F238E27FC236}">
                  <a16:creationId xmlns:a16="http://schemas.microsoft.com/office/drawing/2014/main" id="{36768E95-E341-26ED-90F8-CB9DD4A14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8" name="Line 29">
              <a:extLst>
                <a:ext uri="{FF2B5EF4-FFF2-40B4-BE49-F238E27FC236}">
                  <a16:creationId xmlns:a16="http://schemas.microsoft.com/office/drawing/2014/main" id="{AA2242CC-8E71-6F9D-2642-188E28F8E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99" name="Line 30">
              <a:extLst>
                <a:ext uri="{FF2B5EF4-FFF2-40B4-BE49-F238E27FC236}">
                  <a16:creationId xmlns:a16="http://schemas.microsoft.com/office/drawing/2014/main" id="{C172F6FA-E46C-FF06-45C7-D846ACD37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8" name="Group 32">
            <a:extLst>
              <a:ext uri="{FF2B5EF4-FFF2-40B4-BE49-F238E27FC236}">
                <a16:creationId xmlns:a16="http://schemas.microsoft.com/office/drawing/2014/main" id="{B73CB30D-00E8-B2FB-A099-B9D9918BB022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1828800"/>
            <a:ext cx="609600" cy="4876800"/>
            <a:chOff x="480" y="1152"/>
            <a:chExt cx="384" cy="3072"/>
          </a:xfrm>
        </p:grpSpPr>
        <p:sp>
          <p:nvSpPr>
            <p:cNvPr id="3180" name="Line 33">
              <a:extLst>
                <a:ext uri="{FF2B5EF4-FFF2-40B4-BE49-F238E27FC236}">
                  <a16:creationId xmlns:a16="http://schemas.microsoft.com/office/drawing/2014/main" id="{52382E6C-C0A8-54F2-CCAB-6ECFEDEC21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1" name="Rectangle 34">
              <a:extLst>
                <a:ext uri="{FF2B5EF4-FFF2-40B4-BE49-F238E27FC236}">
                  <a16:creationId xmlns:a16="http://schemas.microsoft.com/office/drawing/2014/main" id="{2F2EDEC4-40EC-BFDB-76D1-ECB8359290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82" name="Line 35">
              <a:extLst>
                <a:ext uri="{FF2B5EF4-FFF2-40B4-BE49-F238E27FC236}">
                  <a16:creationId xmlns:a16="http://schemas.microsoft.com/office/drawing/2014/main" id="{B3514471-7BC6-7B59-A08C-6C08CD6D9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3" name="Line 36">
              <a:extLst>
                <a:ext uri="{FF2B5EF4-FFF2-40B4-BE49-F238E27FC236}">
                  <a16:creationId xmlns:a16="http://schemas.microsoft.com/office/drawing/2014/main" id="{A07B2881-9070-8A33-0D54-0664848C00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4" name="Line 37">
              <a:extLst>
                <a:ext uri="{FF2B5EF4-FFF2-40B4-BE49-F238E27FC236}">
                  <a16:creationId xmlns:a16="http://schemas.microsoft.com/office/drawing/2014/main" id="{E73AAB71-D017-25F9-3ED9-0694D6DE5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5" name="Line 38">
              <a:extLst>
                <a:ext uri="{FF2B5EF4-FFF2-40B4-BE49-F238E27FC236}">
                  <a16:creationId xmlns:a16="http://schemas.microsoft.com/office/drawing/2014/main" id="{B8C60EE8-0085-065F-3030-DF5DB7C3C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6" name="Line 39">
              <a:extLst>
                <a:ext uri="{FF2B5EF4-FFF2-40B4-BE49-F238E27FC236}">
                  <a16:creationId xmlns:a16="http://schemas.microsoft.com/office/drawing/2014/main" id="{3FBE0255-CF66-8720-575E-E266C09B2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7" name="Line 40">
              <a:extLst>
                <a:ext uri="{FF2B5EF4-FFF2-40B4-BE49-F238E27FC236}">
                  <a16:creationId xmlns:a16="http://schemas.microsoft.com/office/drawing/2014/main" id="{6C3BF298-1D74-9D22-361D-1677D57E05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8" name="Line 41">
              <a:extLst>
                <a:ext uri="{FF2B5EF4-FFF2-40B4-BE49-F238E27FC236}">
                  <a16:creationId xmlns:a16="http://schemas.microsoft.com/office/drawing/2014/main" id="{7B64A140-5C0E-91CF-8F5D-16DA1E337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9" name="Line 42">
              <a:extLst>
                <a:ext uri="{FF2B5EF4-FFF2-40B4-BE49-F238E27FC236}">
                  <a16:creationId xmlns:a16="http://schemas.microsoft.com/office/drawing/2014/main" id="{73A90F2F-65D7-EDB3-1BF9-0581F5AB2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79" name="Group 43">
            <a:extLst>
              <a:ext uri="{FF2B5EF4-FFF2-40B4-BE49-F238E27FC236}">
                <a16:creationId xmlns:a16="http://schemas.microsoft.com/office/drawing/2014/main" id="{55DCBF64-F3A6-DAD9-1B58-36C5C788F5AD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828800"/>
            <a:ext cx="609600" cy="4876800"/>
            <a:chOff x="480" y="1152"/>
            <a:chExt cx="384" cy="3072"/>
          </a:xfrm>
        </p:grpSpPr>
        <p:sp>
          <p:nvSpPr>
            <p:cNvPr id="3170" name="Line 44">
              <a:extLst>
                <a:ext uri="{FF2B5EF4-FFF2-40B4-BE49-F238E27FC236}">
                  <a16:creationId xmlns:a16="http://schemas.microsoft.com/office/drawing/2014/main" id="{80FFDDA9-8F43-7EEC-6BAE-E2141EFD35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1" name="Rectangle 45">
              <a:extLst>
                <a:ext uri="{FF2B5EF4-FFF2-40B4-BE49-F238E27FC236}">
                  <a16:creationId xmlns:a16="http://schemas.microsoft.com/office/drawing/2014/main" id="{F0542898-6F1F-F131-E816-0803494B7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72" name="Line 46">
              <a:extLst>
                <a:ext uri="{FF2B5EF4-FFF2-40B4-BE49-F238E27FC236}">
                  <a16:creationId xmlns:a16="http://schemas.microsoft.com/office/drawing/2014/main" id="{F76E7BD1-1DC4-25B1-DA5A-19406F1918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3" name="Line 47">
              <a:extLst>
                <a:ext uri="{FF2B5EF4-FFF2-40B4-BE49-F238E27FC236}">
                  <a16:creationId xmlns:a16="http://schemas.microsoft.com/office/drawing/2014/main" id="{98DC010C-4F52-F0D4-AA1D-AF7EDF00C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4" name="Line 48">
              <a:extLst>
                <a:ext uri="{FF2B5EF4-FFF2-40B4-BE49-F238E27FC236}">
                  <a16:creationId xmlns:a16="http://schemas.microsoft.com/office/drawing/2014/main" id="{F8FFFA80-BC18-CED1-E2A5-A3C2666F00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5" name="Line 49">
              <a:extLst>
                <a:ext uri="{FF2B5EF4-FFF2-40B4-BE49-F238E27FC236}">
                  <a16:creationId xmlns:a16="http://schemas.microsoft.com/office/drawing/2014/main" id="{A2588C47-F732-9F5B-4438-056E7BE13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6" name="Line 50">
              <a:extLst>
                <a:ext uri="{FF2B5EF4-FFF2-40B4-BE49-F238E27FC236}">
                  <a16:creationId xmlns:a16="http://schemas.microsoft.com/office/drawing/2014/main" id="{1F3B6830-79C4-B349-1CF8-371A50EE08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" name="Line 51">
              <a:extLst>
                <a:ext uri="{FF2B5EF4-FFF2-40B4-BE49-F238E27FC236}">
                  <a16:creationId xmlns:a16="http://schemas.microsoft.com/office/drawing/2014/main" id="{3B400AA0-9644-3439-D58E-9A1F8B325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8" name="Line 52">
              <a:extLst>
                <a:ext uri="{FF2B5EF4-FFF2-40B4-BE49-F238E27FC236}">
                  <a16:creationId xmlns:a16="http://schemas.microsoft.com/office/drawing/2014/main" id="{221077B7-B428-AB0D-F72A-C37A97242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9" name="Line 53">
              <a:extLst>
                <a:ext uri="{FF2B5EF4-FFF2-40B4-BE49-F238E27FC236}">
                  <a16:creationId xmlns:a16="http://schemas.microsoft.com/office/drawing/2014/main" id="{F0956F7A-04A1-E068-7CC6-53E0A7FB9A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0" name="Group 54">
            <a:extLst>
              <a:ext uri="{FF2B5EF4-FFF2-40B4-BE49-F238E27FC236}">
                <a16:creationId xmlns:a16="http://schemas.microsoft.com/office/drawing/2014/main" id="{1AC3D423-A47C-CE9F-D1EB-623CD1D2F10E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1828800"/>
            <a:ext cx="609600" cy="4876800"/>
            <a:chOff x="480" y="1152"/>
            <a:chExt cx="384" cy="3072"/>
          </a:xfrm>
        </p:grpSpPr>
        <p:sp>
          <p:nvSpPr>
            <p:cNvPr id="3160" name="Line 55">
              <a:extLst>
                <a:ext uri="{FF2B5EF4-FFF2-40B4-BE49-F238E27FC236}">
                  <a16:creationId xmlns:a16="http://schemas.microsoft.com/office/drawing/2014/main" id="{A302B64E-9A3E-4EE2-FABF-B8EF0D3687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1" name="Rectangle 56">
              <a:extLst>
                <a:ext uri="{FF2B5EF4-FFF2-40B4-BE49-F238E27FC236}">
                  <a16:creationId xmlns:a16="http://schemas.microsoft.com/office/drawing/2014/main" id="{B194F96A-0E16-22C4-9BDE-F0BDCE2CF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62" name="Line 57">
              <a:extLst>
                <a:ext uri="{FF2B5EF4-FFF2-40B4-BE49-F238E27FC236}">
                  <a16:creationId xmlns:a16="http://schemas.microsoft.com/office/drawing/2014/main" id="{D41CC1DC-2C7A-1C86-D3CC-D17A48C6C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3" name="Line 58">
              <a:extLst>
                <a:ext uri="{FF2B5EF4-FFF2-40B4-BE49-F238E27FC236}">
                  <a16:creationId xmlns:a16="http://schemas.microsoft.com/office/drawing/2014/main" id="{04772867-9E7F-EE49-BFE7-1A186B667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4" name="Line 59">
              <a:extLst>
                <a:ext uri="{FF2B5EF4-FFF2-40B4-BE49-F238E27FC236}">
                  <a16:creationId xmlns:a16="http://schemas.microsoft.com/office/drawing/2014/main" id="{32B24DD5-09A1-63AC-155E-5F176B738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5" name="Line 60">
              <a:extLst>
                <a:ext uri="{FF2B5EF4-FFF2-40B4-BE49-F238E27FC236}">
                  <a16:creationId xmlns:a16="http://schemas.microsoft.com/office/drawing/2014/main" id="{7938B696-2D7D-B63F-84FD-1F75B3F13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6" name="Line 61">
              <a:extLst>
                <a:ext uri="{FF2B5EF4-FFF2-40B4-BE49-F238E27FC236}">
                  <a16:creationId xmlns:a16="http://schemas.microsoft.com/office/drawing/2014/main" id="{2691B79D-3AED-6359-71B3-96C0D2760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7" name="Line 62">
              <a:extLst>
                <a:ext uri="{FF2B5EF4-FFF2-40B4-BE49-F238E27FC236}">
                  <a16:creationId xmlns:a16="http://schemas.microsoft.com/office/drawing/2014/main" id="{A4635681-3742-6398-2D94-CDED82C24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8" name="Line 63">
              <a:extLst>
                <a:ext uri="{FF2B5EF4-FFF2-40B4-BE49-F238E27FC236}">
                  <a16:creationId xmlns:a16="http://schemas.microsoft.com/office/drawing/2014/main" id="{C323D142-C110-F978-C4BE-76E8A47E5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9" name="Line 64">
              <a:extLst>
                <a:ext uri="{FF2B5EF4-FFF2-40B4-BE49-F238E27FC236}">
                  <a16:creationId xmlns:a16="http://schemas.microsoft.com/office/drawing/2014/main" id="{6D8E267E-0B03-A28E-A83D-E6BD85250E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1" name="Group 65">
            <a:extLst>
              <a:ext uri="{FF2B5EF4-FFF2-40B4-BE49-F238E27FC236}">
                <a16:creationId xmlns:a16="http://schemas.microsoft.com/office/drawing/2014/main" id="{D5A3D0CA-C8AA-B41E-16EA-14786E0FF01D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1828800"/>
            <a:ext cx="609600" cy="4876800"/>
            <a:chOff x="480" y="1152"/>
            <a:chExt cx="384" cy="3072"/>
          </a:xfrm>
        </p:grpSpPr>
        <p:sp>
          <p:nvSpPr>
            <p:cNvPr id="3150" name="Line 66">
              <a:extLst>
                <a:ext uri="{FF2B5EF4-FFF2-40B4-BE49-F238E27FC236}">
                  <a16:creationId xmlns:a16="http://schemas.microsoft.com/office/drawing/2014/main" id="{C616F88A-CD95-C888-1189-307F425AF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1" name="Rectangle 67">
              <a:extLst>
                <a:ext uri="{FF2B5EF4-FFF2-40B4-BE49-F238E27FC236}">
                  <a16:creationId xmlns:a16="http://schemas.microsoft.com/office/drawing/2014/main" id="{995A366B-DEE8-DC80-AB52-E3AFCD539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52" name="Line 68">
              <a:extLst>
                <a:ext uri="{FF2B5EF4-FFF2-40B4-BE49-F238E27FC236}">
                  <a16:creationId xmlns:a16="http://schemas.microsoft.com/office/drawing/2014/main" id="{F4E0688F-DF99-1D65-ADB1-7BE347504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3" name="Line 69">
              <a:extLst>
                <a:ext uri="{FF2B5EF4-FFF2-40B4-BE49-F238E27FC236}">
                  <a16:creationId xmlns:a16="http://schemas.microsoft.com/office/drawing/2014/main" id="{F5D079E2-A963-CC15-03AD-DF1536188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4" name="Line 70">
              <a:extLst>
                <a:ext uri="{FF2B5EF4-FFF2-40B4-BE49-F238E27FC236}">
                  <a16:creationId xmlns:a16="http://schemas.microsoft.com/office/drawing/2014/main" id="{EE0D7518-54FD-51B7-7075-AD01949F8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5" name="Line 71">
              <a:extLst>
                <a:ext uri="{FF2B5EF4-FFF2-40B4-BE49-F238E27FC236}">
                  <a16:creationId xmlns:a16="http://schemas.microsoft.com/office/drawing/2014/main" id="{7E2BBA27-E047-8977-CB7B-B3310E15C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6" name="Line 72">
              <a:extLst>
                <a:ext uri="{FF2B5EF4-FFF2-40B4-BE49-F238E27FC236}">
                  <a16:creationId xmlns:a16="http://schemas.microsoft.com/office/drawing/2014/main" id="{BB405ADD-595B-2181-F959-27E235F367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7" name="Line 73">
              <a:extLst>
                <a:ext uri="{FF2B5EF4-FFF2-40B4-BE49-F238E27FC236}">
                  <a16:creationId xmlns:a16="http://schemas.microsoft.com/office/drawing/2014/main" id="{A5A9E83D-128E-5FF5-9B57-4050C5E71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8" name="Line 74">
              <a:extLst>
                <a:ext uri="{FF2B5EF4-FFF2-40B4-BE49-F238E27FC236}">
                  <a16:creationId xmlns:a16="http://schemas.microsoft.com/office/drawing/2014/main" id="{9EB63699-F3D3-7AC7-F48F-79A6736AC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59" name="Line 75">
              <a:extLst>
                <a:ext uri="{FF2B5EF4-FFF2-40B4-BE49-F238E27FC236}">
                  <a16:creationId xmlns:a16="http://schemas.microsoft.com/office/drawing/2014/main" id="{EC95F668-A0A7-2152-8CE4-D501FEE79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2" name="Group 87">
            <a:extLst>
              <a:ext uri="{FF2B5EF4-FFF2-40B4-BE49-F238E27FC236}">
                <a16:creationId xmlns:a16="http://schemas.microsoft.com/office/drawing/2014/main" id="{B334CCF8-21DC-256D-17E7-FAFAF15B05E9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828800"/>
            <a:ext cx="609600" cy="4876800"/>
            <a:chOff x="480" y="1152"/>
            <a:chExt cx="384" cy="3072"/>
          </a:xfrm>
        </p:grpSpPr>
        <p:sp>
          <p:nvSpPr>
            <p:cNvPr id="3140" name="Line 88">
              <a:extLst>
                <a:ext uri="{FF2B5EF4-FFF2-40B4-BE49-F238E27FC236}">
                  <a16:creationId xmlns:a16="http://schemas.microsoft.com/office/drawing/2014/main" id="{0D4E069C-7CCB-1EF2-4737-CADB4EE2D5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1" name="Rectangle 89">
              <a:extLst>
                <a:ext uri="{FF2B5EF4-FFF2-40B4-BE49-F238E27FC236}">
                  <a16:creationId xmlns:a16="http://schemas.microsoft.com/office/drawing/2014/main" id="{91E1B1ED-49FC-DBE5-411F-AC6D1AB9D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42" name="Line 90">
              <a:extLst>
                <a:ext uri="{FF2B5EF4-FFF2-40B4-BE49-F238E27FC236}">
                  <a16:creationId xmlns:a16="http://schemas.microsoft.com/office/drawing/2014/main" id="{3D4C3491-5126-644A-BD23-7F0E3BD20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3" name="Line 91">
              <a:extLst>
                <a:ext uri="{FF2B5EF4-FFF2-40B4-BE49-F238E27FC236}">
                  <a16:creationId xmlns:a16="http://schemas.microsoft.com/office/drawing/2014/main" id="{593F4736-E50D-67BD-2D4A-FEA5E018B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4" name="Line 92">
              <a:extLst>
                <a:ext uri="{FF2B5EF4-FFF2-40B4-BE49-F238E27FC236}">
                  <a16:creationId xmlns:a16="http://schemas.microsoft.com/office/drawing/2014/main" id="{41DD369D-51BD-1541-4277-C87AC632D0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5" name="Line 93">
              <a:extLst>
                <a:ext uri="{FF2B5EF4-FFF2-40B4-BE49-F238E27FC236}">
                  <a16:creationId xmlns:a16="http://schemas.microsoft.com/office/drawing/2014/main" id="{60D9CC30-37C5-9BF8-0585-137C8CF13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6" name="Line 94">
              <a:extLst>
                <a:ext uri="{FF2B5EF4-FFF2-40B4-BE49-F238E27FC236}">
                  <a16:creationId xmlns:a16="http://schemas.microsoft.com/office/drawing/2014/main" id="{018EA771-3AD1-0A4D-4D0F-B1E1F2FB2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7" name="Line 95">
              <a:extLst>
                <a:ext uri="{FF2B5EF4-FFF2-40B4-BE49-F238E27FC236}">
                  <a16:creationId xmlns:a16="http://schemas.microsoft.com/office/drawing/2014/main" id="{5926B2B0-8930-6BD7-3A40-409477B0D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8" name="Line 96">
              <a:extLst>
                <a:ext uri="{FF2B5EF4-FFF2-40B4-BE49-F238E27FC236}">
                  <a16:creationId xmlns:a16="http://schemas.microsoft.com/office/drawing/2014/main" id="{88B1326E-9CCB-F1F9-2828-7C27D6EB49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49" name="Line 97">
              <a:extLst>
                <a:ext uri="{FF2B5EF4-FFF2-40B4-BE49-F238E27FC236}">
                  <a16:creationId xmlns:a16="http://schemas.microsoft.com/office/drawing/2014/main" id="{EC108DDC-B77D-EE8F-611D-3982107659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3" name="Group 98">
            <a:extLst>
              <a:ext uri="{FF2B5EF4-FFF2-40B4-BE49-F238E27FC236}">
                <a16:creationId xmlns:a16="http://schemas.microsoft.com/office/drawing/2014/main" id="{4F316CBE-61D8-3E00-45F7-4D5FA148C7A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828800"/>
            <a:ext cx="609600" cy="4876800"/>
            <a:chOff x="480" y="1152"/>
            <a:chExt cx="384" cy="3072"/>
          </a:xfrm>
        </p:grpSpPr>
        <p:sp>
          <p:nvSpPr>
            <p:cNvPr id="3130" name="Line 99">
              <a:extLst>
                <a:ext uri="{FF2B5EF4-FFF2-40B4-BE49-F238E27FC236}">
                  <a16:creationId xmlns:a16="http://schemas.microsoft.com/office/drawing/2014/main" id="{3005DDB7-B70C-A60F-4B1A-643C3D5041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1" name="Rectangle 100">
              <a:extLst>
                <a:ext uri="{FF2B5EF4-FFF2-40B4-BE49-F238E27FC236}">
                  <a16:creationId xmlns:a16="http://schemas.microsoft.com/office/drawing/2014/main" id="{AEEBBBE7-4342-B56F-CDA9-26AFC2670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32" name="Line 101">
              <a:extLst>
                <a:ext uri="{FF2B5EF4-FFF2-40B4-BE49-F238E27FC236}">
                  <a16:creationId xmlns:a16="http://schemas.microsoft.com/office/drawing/2014/main" id="{3B884755-25E7-A15C-B108-7830C2472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3" name="Line 102">
              <a:extLst>
                <a:ext uri="{FF2B5EF4-FFF2-40B4-BE49-F238E27FC236}">
                  <a16:creationId xmlns:a16="http://schemas.microsoft.com/office/drawing/2014/main" id="{26FDC021-DB4B-E30E-69BB-23A757034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4" name="Line 103">
              <a:extLst>
                <a:ext uri="{FF2B5EF4-FFF2-40B4-BE49-F238E27FC236}">
                  <a16:creationId xmlns:a16="http://schemas.microsoft.com/office/drawing/2014/main" id="{977DC7FF-F693-4372-FD19-38CB30ECB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5" name="Line 104">
              <a:extLst>
                <a:ext uri="{FF2B5EF4-FFF2-40B4-BE49-F238E27FC236}">
                  <a16:creationId xmlns:a16="http://schemas.microsoft.com/office/drawing/2014/main" id="{BC286F9B-FC12-6746-A95C-A54A72FEFD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6" name="Line 105">
              <a:extLst>
                <a:ext uri="{FF2B5EF4-FFF2-40B4-BE49-F238E27FC236}">
                  <a16:creationId xmlns:a16="http://schemas.microsoft.com/office/drawing/2014/main" id="{812A74ED-4742-D73C-AA50-811BC9D11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7" name="Line 106">
              <a:extLst>
                <a:ext uri="{FF2B5EF4-FFF2-40B4-BE49-F238E27FC236}">
                  <a16:creationId xmlns:a16="http://schemas.microsoft.com/office/drawing/2014/main" id="{4F6E6F2D-618C-25B6-3E43-39BAC360F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8" name="Line 107">
              <a:extLst>
                <a:ext uri="{FF2B5EF4-FFF2-40B4-BE49-F238E27FC236}">
                  <a16:creationId xmlns:a16="http://schemas.microsoft.com/office/drawing/2014/main" id="{E8B0734A-66B3-859E-7A20-4714C26FD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39" name="Line 108">
              <a:extLst>
                <a:ext uri="{FF2B5EF4-FFF2-40B4-BE49-F238E27FC236}">
                  <a16:creationId xmlns:a16="http://schemas.microsoft.com/office/drawing/2014/main" id="{3B787E45-AF36-53E5-F1AA-C6140C4A2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4" name="Group 109">
            <a:extLst>
              <a:ext uri="{FF2B5EF4-FFF2-40B4-BE49-F238E27FC236}">
                <a16:creationId xmlns:a16="http://schemas.microsoft.com/office/drawing/2014/main" id="{87F4B6D6-1076-4C1B-F490-302EC464A476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828800"/>
            <a:ext cx="609600" cy="4876800"/>
            <a:chOff x="480" y="1152"/>
            <a:chExt cx="384" cy="3072"/>
          </a:xfrm>
        </p:grpSpPr>
        <p:sp>
          <p:nvSpPr>
            <p:cNvPr id="3120" name="Line 110">
              <a:extLst>
                <a:ext uri="{FF2B5EF4-FFF2-40B4-BE49-F238E27FC236}">
                  <a16:creationId xmlns:a16="http://schemas.microsoft.com/office/drawing/2014/main" id="{E370AFB8-03B8-421E-3C46-EA79525AE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1" name="Rectangle 111">
              <a:extLst>
                <a:ext uri="{FF2B5EF4-FFF2-40B4-BE49-F238E27FC236}">
                  <a16:creationId xmlns:a16="http://schemas.microsoft.com/office/drawing/2014/main" id="{37FEDD78-B3D4-25C9-E4B2-CFE97F293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22" name="Line 112">
              <a:extLst>
                <a:ext uri="{FF2B5EF4-FFF2-40B4-BE49-F238E27FC236}">
                  <a16:creationId xmlns:a16="http://schemas.microsoft.com/office/drawing/2014/main" id="{908964CF-9853-66E6-A2D6-7F05E5423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3" name="Line 113">
              <a:extLst>
                <a:ext uri="{FF2B5EF4-FFF2-40B4-BE49-F238E27FC236}">
                  <a16:creationId xmlns:a16="http://schemas.microsoft.com/office/drawing/2014/main" id="{A44A617B-A344-2FE3-629B-2C8E928045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4" name="Line 114">
              <a:extLst>
                <a:ext uri="{FF2B5EF4-FFF2-40B4-BE49-F238E27FC236}">
                  <a16:creationId xmlns:a16="http://schemas.microsoft.com/office/drawing/2014/main" id="{1014957D-A605-C268-F07C-E6B003E66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5" name="Line 115">
              <a:extLst>
                <a:ext uri="{FF2B5EF4-FFF2-40B4-BE49-F238E27FC236}">
                  <a16:creationId xmlns:a16="http://schemas.microsoft.com/office/drawing/2014/main" id="{AAB193AC-CA2F-2F83-A235-961D4C17E1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6" name="Line 116">
              <a:extLst>
                <a:ext uri="{FF2B5EF4-FFF2-40B4-BE49-F238E27FC236}">
                  <a16:creationId xmlns:a16="http://schemas.microsoft.com/office/drawing/2014/main" id="{86F22FF6-5448-26B2-C5D3-BE6288A10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7" name="Line 117">
              <a:extLst>
                <a:ext uri="{FF2B5EF4-FFF2-40B4-BE49-F238E27FC236}">
                  <a16:creationId xmlns:a16="http://schemas.microsoft.com/office/drawing/2014/main" id="{CF5300A0-CF03-FE50-D20B-9CC6ED33C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8" name="Line 118">
              <a:extLst>
                <a:ext uri="{FF2B5EF4-FFF2-40B4-BE49-F238E27FC236}">
                  <a16:creationId xmlns:a16="http://schemas.microsoft.com/office/drawing/2014/main" id="{7949D7BE-DA58-4F61-06FB-28F8E18AB0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29" name="Line 119">
              <a:extLst>
                <a:ext uri="{FF2B5EF4-FFF2-40B4-BE49-F238E27FC236}">
                  <a16:creationId xmlns:a16="http://schemas.microsoft.com/office/drawing/2014/main" id="{BAA53DDF-8A05-5D2E-E5D9-C8EEB0EBA2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5" name="TextBox 371">
            <a:extLst>
              <a:ext uri="{FF2B5EF4-FFF2-40B4-BE49-F238E27FC236}">
                <a16:creationId xmlns:a16="http://schemas.microsoft.com/office/drawing/2014/main" id="{9E90F508-BB88-4B07-F2C6-FEEBD1F75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6850" y="1465263"/>
            <a:ext cx="1274763" cy="27622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t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i="1">
                <a:solidFill>
                  <a:srgbClr val="FFFF00"/>
                </a:solidFill>
              </a:rPr>
              <a:t>Max-Heap</a:t>
            </a:r>
          </a:p>
        </p:txBody>
      </p:sp>
      <p:grpSp>
        <p:nvGrpSpPr>
          <p:cNvPr id="3086" name="Group 65">
            <a:extLst>
              <a:ext uri="{FF2B5EF4-FFF2-40B4-BE49-F238E27FC236}">
                <a16:creationId xmlns:a16="http://schemas.microsoft.com/office/drawing/2014/main" id="{33282047-0E2A-DEBE-E11C-3BBFD3235DFD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831975"/>
            <a:ext cx="609600" cy="4876800"/>
            <a:chOff x="480" y="1152"/>
            <a:chExt cx="384" cy="3072"/>
          </a:xfrm>
        </p:grpSpPr>
        <p:sp>
          <p:nvSpPr>
            <p:cNvPr id="3110" name="Line 66">
              <a:extLst>
                <a:ext uri="{FF2B5EF4-FFF2-40B4-BE49-F238E27FC236}">
                  <a16:creationId xmlns:a16="http://schemas.microsoft.com/office/drawing/2014/main" id="{4B8FACAD-379A-5448-E62C-9DEC5DB76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1" name="Rectangle 67">
              <a:extLst>
                <a:ext uri="{FF2B5EF4-FFF2-40B4-BE49-F238E27FC236}">
                  <a16:creationId xmlns:a16="http://schemas.microsoft.com/office/drawing/2014/main" id="{ECBED28B-59D4-76C7-80F2-6F0FA1ED3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12" name="Line 68">
              <a:extLst>
                <a:ext uri="{FF2B5EF4-FFF2-40B4-BE49-F238E27FC236}">
                  <a16:creationId xmlns:a16="http://schemas.microsoft.com/office/drawing/2014/main" id="{8D86E4A8-0D35-3EA6-054E-13F5C8AD29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3" name="Line 69">
              <a:extLst>
                <a:ext uri="{FF2B5EF4-FFF2-40B4-BE49-F238E27FC236}">
                  <a16:creationId xmlns:a16="http://schemas.microsoft.com/office/drawing/2014/main" id="{EF368D91-DBD8-5F70-53EB-BC88AE89C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4" name="Line 70">
              <a:extLst>
                <a:ext uri="{FF2B5EF4-FFF2-40B4-BE49-F238E27FC236}">
                  <a16:creationId xmlns:a16="http://schemas.microsoft.com/office/drawing/2014/main" id="{6E700C2F-4F36-A504-9F3F-BD5BE0B7E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5" name="Line 71">
              <a:extLst>
                <a:ext uri="{FF2B5EF4-FFF2-40B4-BE49-F238E27FC236}">
                  <a16:creationId xmlns:a16="http://schemas.microsoft.com/office/drawing/2014/main" id="{42695035-DC07-E0D4-2356-9E22457F4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6" name="Line 72">
              <a:extLst>
                <a:ext uri="{FF2B5EF4-FFF2-40B4-BE49-F238E27FC236}">
                  <a16:creationId xmlns:a16="http://schemas.microsoft.com/office/drawing/2014/main" id="{0403A75D-1D7B-7512-1ED2-9C52FE904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7" name="Line 73">
              <a:extLst>
                <a:ext uri="{FF2B5EF4-FFF2-40B4-BE49-F238E27FC236}">
                  <a16:creationId xmlns:a16="http://schemas.microsoft.com/office/drawing/2014/main" id="{5F2DBC23-40E1-5EA6-14D8-4A1D5903F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8" name="Line 74">
              <a:extLst>
                <a:ext uri="{FF2B5EF4-FFF2-40B4-BE49-F238E27FC236}">
                  <a16:creationId xmlns:a16="http://schemas.microsoft.com/office/drawing/2014/main" id="{025FC054-C87C-95A2-35DA-EABCE65F9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19" name="Line 75">
              <a:extLst>
                <a:ext uri="{FF2B5EF4-FFF2-40B4-BE49-F238E27FC236}">
                  <a16:creationId xmlns:a16="http://schemas.microsoft.com/office/drawing/2014/main" id="{62E09C28-CF1C-56F9-2801-0C11370147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7" name="Group 65">
            <a:extLst>
              <a:ext uri="{FF2B5EF4-FFF2-40B4-BE49-F238E27FC236}">
                <a16:creationId xmlns:a16="http://schemas.microsoft.com/office/drawing/2014/main" id="{D101247E-20E8-EC5E-FE28-4E74AF8F0315}"/>
              </a:ext>
            </a:extLst>
          </p:cNvPr>
          <p:cNvGrpSpPr>
            <a:grpSpLocks/>
          </p:cNvGrpSpPr>
          <p:nvPr/>
        </p:nvGrpSpPr>
        <p:grpSpPr bwMode="auto">
          <a:xfrm>
            <a:off x="6249988" y="1831975"/>
            <a:ext cx="609600" cy="4876800"/>
            <a:chOff x="480" y="1152"/>
            <a:chExt cx="384" cy="3072"/>
          </a:xfrm>
        </p:grpSpPr>
        <p:sp>
          <p:nvSpPr>
            <p:cNvPr id="3100" name="Line 66">
              <a:extLst>
                <a:ext uri="{FF2B5EF4-FFF2-40B4-BE49-F238E27FC236}">
                  <a16:creationId xmlns:a16="http://schemas.microsoft.com/office/drawing/2014/main" id="{338AD0FD-4BD8-94BE-387E-60846B5A4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Rectangle 67">
              <a:extLst>
                <a:ext uri="{FF2B5EF4-FFF2-40B4-BE49-F238E27FC236}">
                  <a16:creationId xmlns:a16="http://schemas.microsoft.com/office/drawing/2014/main" id="{57B97EA6-C8CB-668C-A199-4326CF3FE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102" name="Line 68">
              <a:extLst>
                <a:ext uri="{FF2B5EF4-FFF2-40B4-BE49-F238E27FC236}">
                  <a16:creationId xmlns:a16="http://schemas.microsoft.com/office/drawing/2014/main" id="{1947E678-3CA9-8B90-03E8-645F245278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Line 69">
              <a:extLst>
                <a:ext uri="{FF2B5EF4-FFF2-40B4-BE49-F238E27FC236}">
                  <a16:creationId xmlns:a16="http://schemas.microsoft.com/office/drawing/2014/main" id="{DEF76B60-6532-888F-9288-FDA1519E6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4" name="Line 70">
              <a:extLst>
                <a:ext uri="{FF2B5EF4-FFF2-40B4-BE49-F238E27FC236}">
                  <a16:creationId xmlns:a16="http://schemas.microsoft.com/office/drawing/2014/main" id="{AFF24A72-0527-328D-8BE9-62AA5915AD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Line 71">
              <a:extLst>
                <a:ext uri="{FF2B5EF4-FFF2-40B4-BE49-F238E27FC236}">
                  <a16:creationId xmlns:a16="http://schemas.microsoft.com/office/drawing/2014/main" id="{8CB73618-8753-9471-AAA2-792051EDAA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6" name="Line 72">
              <a:extLst>
                <a:ext uri="{FF2B5EF4-FFF2-40B4-BE49-F238E27FC236}">
                  <a16:creationId xmlns:a16="http://schemas.microsoft.com/office/drawing/2014/main" id="{D99715D4-44A3-A8F0-D9DA-FDF4A7C06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7" name="Line 73">
              <a:extLst>
                <a:ext uri="{FF2B5EF4-FFF2-40B4-BE49-F238E27FC236}">
                  <a16:creationId xmlns:a16="http://schemas.microsoft.com/office/drawing/2014/main" id="{762E2ACD-812C-B6C5-5169-003D01C1B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8" name="Line 74">
              <a:extLst>
                <a:ext uri="{FF2B5EF4-FFF2-40B4-BE49-F238E27FC236}">
                  <a16:creationId xmlns:a16="http://schemas.microsoft.com/office/drawing/2014/main" id="{D595D8B6-4E28-B537-687C-A5B76ACE8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9" name="Line 75">
              <a:extLst>
                <a:ext uri="{FF2B5EF4-FFF2-40B4-BE49-F238E27FC236}">
                  <a16:creationId xmlns:a16="http://schemas.microsoft.com/office/drawing/2014/main" id="{B1F704EC-2E5A-6F21-42C1-8ABFC1B13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088" name="Group 65">
            <a:extLst>
              <a:ext uri="{FF2B5EF4-FFF2-40B4-BE49-F238E27FC236}">
                <a16:creationId xmlns:a16="http://schemas.microsoft.com/office/drawing/2014/main" id="{C414CAED-24AC-CE08-154A-2163C02E939E}"/>
              </a:ext>
            </a:extLst>
          </p:cNvPr>
          <p:cNvGrpSpPr>
            <a:grpSpLocks/>
          </p:cNvGrpSpPr>
          <p:nvPr/>
        </p:nvGrpSpPr>
        <p:grpSpPr bwMode="auto">
          <a:xfrm>
            <a:off x="6865938" y="1831975"/>
            <a:ext cx="609600" cy="4876800"/>
            <a:chOff x="480" y="1152"/>
            <a:chExt cx="384" cy="3072"/>
          </a:xfrm>
        </p:grpSpPr>
        <p:sp>
          <p:nvSpPr>
            <p:cNvPr id="3090" name="Line 66">
              <a:extLst>
                <a:ext uri="{FF2B5EF4-FFF2-40B4-BE49-F238E27FC236}">
                  <a16:creationId xmlns:a16="http://schemas.microsoft.com/office/drawing/2014/main" id="{24E28CFD-8761-1DB5-6BC5-3778104CE4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Rectangle 67">
              <a:extLst>
                <a:ext uri="{FF2B5EF4-FFF2-40B4-BE49-F238E27FC236}">
                  <a16:creationId xmlns:a16="http://schemas.microsoft.com/office/drawing/2014/main" id="{FE232B0F-8392-92F3-94C8-D72ABDF47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3092" name="Line 68">
              <a:extLst>
                <a:ext uri="{FF2B5EF4-FFF2-40B4-BE49-F238E27FC236}">
                  <a16:creationId xmlns:a16="http://schemas.microsoft.com/office/drawing/2014/main" id="{F93AE645-7C5D-7189-4D93-BB6FF1F468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69">
              <a:extLst>
                <a:ext uri="{FF2B5EF4-FFF2-40B4-BE49-F238E27FC236}">
                  <a16:creationId xmlns:a16="http://schemas.microsoft.com/office/drawing/2014/main" id="{4697F0AE-252C-3B49-C079-516D4ED53D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70">
              <a:extLst>
                <a:ext uri="{FF2B5EF4-FFF2-40B4-BE49-F238E27FC236}">
                  <a16:creationId xmlns:a16="http://schemas.microsoft.com/office/drawing/2014/main" id="{76A53E5B-FF73-C737-5F31-B506A7ACF0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71">
              <a:extLst>
                <a:ext uri="{FF2B5EF4-FFF2-40B4-BE49-F238E27FC236}">
                  <a16:creationId xmlns:a16="http://schemas.microsoft.com/office/drawing/2014/main" id="{9CF55556-FF54-94A6-63A2-0A68A1B11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72">
              <a:extLst>
                <a:ext uri="{FF2B5EF4-FFF2-40B4-BE49-F238E27FC236}">
                  <a16:creationId xmlns:a16="http://schemas.microsoft.com/office/drawing/2014/main" id="{160F562E-A29C-7212-F38D-B2FB477F69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73">
              <a:extLst>
                <a:ext uri="{FF2B5EF4-FFF2-40B4-BE49-F238E27FC236}">
                  <a16:creationId xmlns:a16="http://schemas.microsoft.com/office/drawing/2014/main" id="{C214EB91-4FE2-4F38-69FA-FB8565F327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74">
              <a:extLst>
                <a:ext uri="{FF2B5EF4-FFF2-40B4-BE49-F238E27FC236}">
                  <a16:creationId xmlns:a16="http://schemas.microsoft.com/office/drawing/2014/main" id="{6A47DC1F-4494-83AB-D0F6-B768D213B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75">
              <a:extLst>
                <a:ext uri="{FF2B5EF4-FFF2-40B4-BE49-F238E27FC236}">
                  <a16:creationId xmlns:a16="http://schemas.microsoft.com/office/drawing/2014/main" id="{BE7ECD7A-22A0-F927-0B58-C61E99358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089" name="Rectangle 120">
            <a:extLst>
              <a:ext uri="{FF2B5EF4-FFF2-40B4-BE49-F238E27FC236}">
                <a16:creationId xmlns:a16="http://schemas.microsoft.com/office/drawing/2014/main" id="{9BAA2DA3-01C4-03F2-2BC2-60D78581A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1871663"/>
            <a:ext cx="414338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5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22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9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76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63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81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48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92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54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/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/>
              <a:t>28</a:t>
            </a:r>
          </a:p>
        </p:txBody>
      </p:sp>
      <p:sp>
        <p:nvSpPr>
          <p:cNvPr id="2" name="Rectangle 120">
            <a:extLst>
              <a:ext uri="{FF2B5EF4-FFF2-40B4-BE49-F238E27FC236}">
                <a16:creationId xmlns:a16="http://schemas.microsoft.com/office/drawing/2014/main" id="{15472722-1B61-1E42-AB2A-78DC83957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13" y="1882196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3" name="Rectangle 120">
            <a:extLst>
              <a:ext uri="{FF2B5EF4-FFF2-40B4-BE49-F238E27FC236}">
                <a16:creationId xmlns:a16="http://schemas.microsoft.com/office/drawing/2014/main" id="{147C0D52-CF7A-B0F8-36B4-9F2D0287A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6082" y="1903265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4" name="Rectangle 120">
            <a:extLst>
              <a:ext uri="{FF2B5EF4-FFF2-40B4-BE49-F238E27FC236}">
                <a16:creationId xmlns:a16="http://schemas.microsoft.com/office/drawing/2014/main" id="{22642030-F35F-5209-490C-EA16777C4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086" y="1903264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17" name="Rectangle 120">
            <a:extLst>
              <a:ext uri="{FF2B5EF4-FFF2-40B4-BE49-F238E27FC236}">
                <a16:creationId xmlns:a16="http://schemas.microsoft.com/office/drawing/2014/main" id="{B231D637-5C64-400A-BF97-EC8CF02B6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8090" y="1903263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18" name="Rectangle 120">
            <a:extLst>
              <a:ext uri="{FF2B5EF4-FFF2-40B4-BE49-F238E27FC236}">
                <a16:creationId xmlns:a16="http://schemas.microsoft.com/office/drawing/2014/main" id="{988148F9-E8CC-BED9-FE24-8D89E23D4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094" y="1903262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19" name="Rectangle 120">
            <a:extLst>
              <a:ext uri="{FF2B5EF4-FFF2-40B4-BE49-F238E27FC236}">
                <a16:creationId xmlns:a16="http://schemas.microsoft.com/office/drawing/2014/main" id="{BF53C416-F8FF-7B82-3EB0-7A53238D4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9564" y="1934866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20" name="Rectangle 120">
            <a:extLst>
              <a:ext uri="{FF2B5EF4-FFF2-40B4-BE49-F238E27FC236}">
                <a16:creationId xmlns:a16="http://schemas.microsoft.com/office/drawing/2014/main" id="{5D1210E1-9ECF-7EDB-FEDB-53FA09146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102" y="1934865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81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4">
            <a:extLst>
              <a:ext uri="{FF2B5EF4-FFF2-40B4-BE49-F238E27FC236}">
                <a16:creationId xmlns:a16="http://schemas.microsoft.com/office/drawing/2014/main" id="{12A933EA-54CA-AAC2-2146-D2DA7F52310A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828800"/>
            <a:ext cx="609600" cy="4876800"/>
            <a:chOff x="480" y="1152"/>
            <a:chExt cx="384" cy="3072"/>
          </a:xfrm>
        </p:grpSpPr>
        <p:sp>
          <p:nvSpPr>
            <p:cNvPr id="4221" name="Line 5">
              <a:extLst>
                <a:ext uri="{FF2B5EF4-FFF2-40B4-BE49-F238E27FC236}">
                  <a16:creationId xmlns:a16="http://schemas.microsoft.com/office/drawing/2014/main" id="{A227BC99-E84E-33D4-A8DD-0E7066404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2" name="Rectangle 6">
              <a:extLst>
                <a:ext uri="{FF2B5EF4-FFF2-40B4-BE49-F238E27FC236}">
                  <a16:creationId xmlns:a16="http://schemas.microsoft.com/office/drawing/2014/main" id="{E593DF9A-B05B-898D-9B6A-6974A84C9E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23" name="Line 7">
              <a:extLst>
                <a:ext uri="{FF2B5EF4-FFF2-40B4-BE49-F238E27FC236}">
                  <a16:creationId xmlns:a16="http://schemas.microsoft.com/office/drawing/2014/main" id="{C82C473D-538A-BA26-0B28-5A58E05AE8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4" name="Line 8">
              <a:extLst>
                <a:ext uri="{FF2B5EF4-FFF2-40B4-BE49-F238E27FC236}">
                  <a16:creationId xmlns:a16="http://schemas.microsoft.com/office/drawing/2014/main" id="{5D29C2D2-B59F-01A0-0101-E416B7C5FE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5" name="Line 9">
              <a:extLst>
                <a:ext uri="{FF2B5EF4-FFF2-40B4-BE49-F238E27FC236}">
                  <a16:creationId xmlns:a16="http://schemas.microsoft.com/office/drawing/2014/main" id="{CF7B8E2B-0683-65E3-BD05-6D892D154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6" name="Line 10">
              <a:extLst>
                <a:ext uri="{FF2B5EF4-FFF2-40B4-BE49-F238E27FC236}">
                  <a16:creationId xmlns:a16="http://schemas.microsoft.com/office/drawing/2014/main" id="{7D42A9BE-0E8E-A8B1-7BC9-489619DBDE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7" name="Line 11">
              <a:extLst>
                <a:ext uri="{FF2B5EF4-FFF2-40B4-BE49-F238E27FC236}">
                  <a16:creationId xmlns:a16="http://schemas.microsoft.com/office/drawing/2014/main" id="{9067BAB5-ABAB-84FB-642D-6F573D44AB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8" name="Line 12">
              <a:extLst>
                <a:ext uri="{FF2B5EF4-FFF2-40B4-BE49-F238E27FC236}">
                  <a16:creationId xmlns:a16="http://schemas.microsoft.com/office/drawing/2014/main" id="{4681E08A-3CF2-C94C-0603-0077AA16E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9" name="Line 13">
              <a:extLst>
                <a:ext uri="{FF2B5EF4-FFF2-40B4-BE49-F238E27FC236}">
                  <a16:creationId xmlns:a16="http://schemas.microsoft.com/office/drawing/2014/main" id="{E8B2136B-066C-38D4-42AE-9F0CE6B48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0" name="Line 14">
              <a:extLst>
                <a:ext uri="{FF2B5EF4-FFF2-40B4-BE49-F238E27FC236}">
                  <a16:creationId xmlns:a16="http://schemas.microsoft.com/office/drawing/2014/main" id="{84413A78-68C0-66B6-F7B4-1370C4B3B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A5C3BCBB-04A0-86FB-E8AA-8A7C685DC9A8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828800"/>
            <a:ext cx="609600" cy="4876800"/>
            <a:chOff x="480" y="1152"/>
            <a:chExt cx="384" cy="3072"/>
          </a:xfrm>
        </p:grpSpPr>
        <p:sp>
          <p:nvSpPr>
            <p:cNvPr id="4211" name="Line 16">
              <a:extLst>
                <a:ext uri="{FF2B5EF4-FFF2-40B4-BE49-F238E27FC236}">
                  <a16:creationId xmlns:a16="http://schemas.microsoft.com/office/drawing/2014/main" id="{8DF2B13D-E121-21BC-A248-BEAAE593E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2" name="Rectangle 17">
              <a:extLst>
                <a:ext uri="{FF2B5EF4-FFF2-40B4-BE49-F238E27FC236}">
                  <a16:creationId xmlns:a16="http://schemas.microsoft.com/office/drawing/2014/main" id="{66ECD1BA-BB16-A6F0-DD0D-6DCAF11AC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13" name="Line 18">
              <a:extLst>
                <a:ext uri="{FF2B5EF4-FFF2-40B4-BE49-F238E27FC236}">
                  <a16:creationId xmlns:a16="http://schemas.microsoft.com/office/drawing/2014/main" id="{B46A1B0A-CFEA-8EC6-CC7A-BF3001E19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4" name="Line 19">
              <a:extLst>
                <a:ext uri="{FF2B5EF4-FFF2-40B4-BE49-F238E27FC236}">
                  <a16:creationId xmlns:a16="http://schemas.microsoft.com/office/drawing/2014/main" id="{6EB1C36B-818E-1BD7-0940-3E1833561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5" name="Line 20">
              <a:extLst>
                <a:ext uri="{FF2B5EF4-FFF2-40B4-BE49-F238E27FC236}">
                  <a16:creationId xmlns:a16="http://schemas.microsoft.com/office/drawing/2014/main" id="{384AC69E-1C93-8A87-041B-FF72A9F90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6" name="Line 21">
              <a:extLst>
                <a:ext uri="{FF2B5EF4-FFF2-40B4-BE49-F238E27FC236}">
                  <a16:creationId xmlns:a16="http://schemas.microsoft.com/office/drawing/2014/main" id="{4A6C8264-0C14-128F-4B30-B2AEB7E81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7" name="Line 22">
              <a:extLst>
                <a:ext uri="{FF2B5EF4-FFF2-40B4-BE49-F238E27FC236}">
                  <a16:creationId xmlns:a16="http://schemas.microsoft.com/office/drawing/2014/main" id="{AFE1FE7F-72EA-BBB1-49B0-AB5AF36AC4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8" name="Line 23">
              <a:extLst>
                <a:ext uri="{FF2B5EF4-FFF2-40B4-BE49-F238E27FC236}">
                  <a16:creationId xmlns:a16="http://schemas.microsoft.com/office/drawing/2014/main" id="{59D180E6-4E08-953A-5064-F7149D155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9" name="Line 24">
              <a:extLst>
                <a:ext uri="{FF2B5EF4-FFF2-40B4-BE49-F238E27FC236}">
                  <a16:creationId xmlns:a16="http://schemas.microsoft.com/office/drawing/2014/main" id="{E2EA8A6D-BC6A-2F84-C75A-BF3E4DD13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0" name="Line 25">
              <a:extLst>
                <a:ext uri="{FF2B5EF4-FFF2-40B4-BE49-F238E27FC236}">
                  <a16:creationId xmlns:a16="http://schemas.microsoft.com/office/drawing/2014/main" id="{0194D6C2-FB0F-2FBB-EC59-320CE027C0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26">
            <a:extLst>
              <a:ext uri="{FF2B5EF4-FFF2-40B4-BE49-F238E27FC236}">
                <a16:creationId xmlns:a16="http://schemas.microsoft.com/office/drawing/2014/main" id="{6F9EE435-04B5-091C-2CA5-C8340E6FA958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828800"/>
            <a:ext cx="609600" cy="4876800"/>
            <a:chOff x="480" y="1152"/>
            <a:chExt cx="384" cy="3072"/>
          </a:xfrm>
        </p:grpSpPr>
        <p:sp>
          <p:nvSpPr>
            <p:cNvPr id="4201" name="Line 27">
              <a:extLst>
                <a:ext uri="{FF2B5EF4-FFF2-40B4-BE49-F238E27FC236}">
                  <a16:creationId xmlns:a16="http://schemas.microsoft.com/office/drawing/2014/main" id="{8C5A7C01-5CE9-3F32-F6DC-F9384A619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" name="Rectangle 28">
              <a:extLst>
                <a:ext uri="{FF2B5EF4-FFF2-40B4-BE49-F238E27FC236}">
                  <a16:creationId xmlns:a16="http://schemas.microsoft.com/office/drawing/2014/main" id="{1261A269-CACB-CB98-F756-3E0642455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203" name="Line 29">
              <a:extLst>
                <a:ext uri="{FF2B5EF4-FFF2-40B4-BE49-F238E27FC236}">
                  <a16:creationId xmlns:a16="http://schemas.microsoft.com/office/drawing/2014/main" id="{8FA3FC4E-2D49-9A26-C329-4DC929D6E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" name="Line 30">
              <a:extLst>
                <a:ext uri="{FF2B5EF4-FFF2-40B4-BE49-F238E27FC236}">
                  <a16:creationId xmlns:a16="http://schemas.microsoft.com/office/drawing/2014/main" id="{6E9AC788-61CC-F2B9-8CC9-18F36783FE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5" name="Line 31">
              <a:extLst>
                <a:ext uri="{FF2B5EF4-FFF2-40B4-BE49-F238E27FC236}">
                  <a16:creationId xmlns:a16="http://schemas.microsoft.com/office/drawing/2014/main" id="{C9863884-70C1-7D3E-C191-7A72DBEBEF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6" name="Line 32">
              <a:extLst>
                <a:ext uri="{FF2B5EF4-FFF2-40B4-BE49-F238E27FC236}">
                  <a16:creationId xmlns:a16="http://schemas.microsoft.com/office/drawing/2014/main" id="{48179F38-67B8-D3B6-13C3-EBD8CEE23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" name="Line 33">
              <a:extLst>
                <a:ext uri="{FF2B5EF4-FFF2-40B4-BE49-F238E27FC236}">
                  <a16:creationId xmlns:a16="http://schemas.microsoft.com/office/drawing/2014/main" id="{F58E66C8-6BB9-DA89-5417-7D824011F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" name="Line 34">
              <a:extLst>
                <a:ext uri="{FF2B5EF4-FFF2-40B4-BE49-F238E27FC236}">
                  <a16:creationId xmlns:a16="http://schemas.microsoft.com/office/drawing/2014/main" id="{7202ADFA-30A0-9F8F-CCC3-E49A5DC72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" name="Line 35">
              <a:extLst>
                <a:ext uri="{FF2B5EF4-FFF2-40B4-BE49-F238E27FC236}">
                  <a16:creationId xmlns:a16="http://schemas.microsoft.com/office/drawing/2014/main" id="{EC247E9F-4920-F860-31F7-DE4B7C1CC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0" name="Line 36">
              <a:extLst>
                <a:ext uri="{FF2B5EF4-FFF2-40B4-BE49-F238E27FC236}">
                  <a16:creationId xmlns:a16="http://schemas.microsoft.com/office/drawing/2014/main" id="{4424BE0B-A650-D622-7F04-FC5A82EE0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1" name="Group 37">
            <a:extLst>
              <a:ext uri="{FF2B5EF4-FFF2-40B4-BE49-F238E27FC236}">
                <a16:creationId xmlns:a16="http://schemas.microsoft.com/office/drawing/2014/main" id="{F532D494-72C8-1A9D-EC27-72623FE2D5B1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828800"/>
            <a:ext cx="609600" cy="4876800"/>
            <a:chOff x="480" y="1152"/>
            <a:chExt cx="384" cy="3072"/>
          </a:xfrm>
        </p:grpSpPr>
        <p:sp>
          <p:nvSpPr>
            <p:cNvPr id="4191" name="Line 38">
              <a:extLst>
                <a:ext uri="{FF2B5EF4-FFF2-40B4-BE49-F238E27FC236}">
                  <a16:creationId xmlns:a16="http://schemas.microsoft.com/office/drawing/2014/main" id="{2FAE6306-E7B6-E965-1D44-FB70B6CD07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2" name="Rectangle 39">
              <a:extLst>
                <a:ext uri="{FF2B5EF4-FFF2-40B4-BE49-F238E27FC236}">
                  <a16:creationId xmlns:a16="http://schemas.microsoft.com/office/drawing/2014/main" id="{CAB3A3C0-09F9-6908-3862-B0387998A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93" name="Line 40">
              <a:extLst>
                <a:ext uri="{FF2B5EF4-FFF2-40B4-BE49-F238E27FC236}">
                  <a16:creationId xmlns:a16="http://schemas.microsoft.com/office/drawing/2014/main" id="{6BB03A83-70B4-F9E3-EA84-CA747F74B8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4" name="Line 41">
              <a:extLst>
                <a:ext uri="{FF2B5EF4-FFF2-40B4-BE49-F238E27FC236}">
                  <a16:creationId xmlns:a16="http://schemas.microsoft.com/office/drawing/2014/main" id="{CBEF9989-1FC7-0891-63D1-071B79B598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5" name="Line 42">
              <a:extLst>
                <a:ext uri="{FF2B5EF4-FFF2-40B4-BE49-F238E27FC236}">
                  <a16:creationId xmlns:a16="http://schemas.microsoft.com/office/drawing/2014/main" id="{D52F300F-9D54-DE73-F1C4-36C84903E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6" name="Line 43">
              <a:extLst>
                <a:ext uri="{FF2B5EF4-FFF2-40B4-BE49-F238E27FC236}">
                  <a16:creationId xmlns:a16="http://schemas.microsoft.com/office/drawing/2014/main" id="{28C2CC97-FDEC-C3C4-901C-F74737050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7" name="Line 44">
              <a:extLst>
                <a:ext uri="{FF2B5EF4-FFF2-40B4-BE49-F238E27FC236}">
                  <a16:creationId xmlns:a16="http://schemas.microsoft.com/office/drawing/2014/main" id="{971E4BB5-1D84-27C3-968F-C1E6195A4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" name="Line 45">
              <a:extLst>
                <a:ext uri="{FF2B5EF4-FFF2-40B4-BE49-F238E27FC236}">
                  <a16:creationId xmlns:a16="http://schemas.microsoft.com/office/drawing/2014/main" id="{2B15AF9A-3555-7AD0-A123-5E3D56503E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" name="Line 46">
              <a:extLst>
                <a:ext uri="{FF2B5EF4-FFF2-40B4-BE49-F238E27FC236}">
                  <a16:creationId xmlns:a16="http://schemas.microsoft.com/office/drawing/2014/main" id="{9E366D96-2011-04F6-BC60-8DFDAE80F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" name="Line 47">
              <a:extLst>
                <a:ext uri="{FF2B5EF4-FFF2-40B4-BE49-F238E27FC236}">
                  <a16:creationId xmlns:a16="http://schemas.microsoft.com/office/drawing/2014/main" id="{6A05EE64-767F-7671-CD94-2307B20A9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2" name="Group 48">
            <a:extLst>
              <a:ext uri="{FF2B5EF4-FFF2-40B4-BE49-F238E27FC236}">
                <a16:creationId xmlns:a16="http://schemas.microsoft.com/office/drawing/2014/main" id="{05B0BF0D-FB15-1E0E-9471-03757E6233DC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828800"/>
            <a:ext cx="609600" cy="4876800"/>
            <a:chOff x="480" y="1152"/>
            <a:chExt cx="384" cy="3072"/>
          </a:xfrm>
        </p:grpSpPr>
        <p:sp>
          <p:nvSpPr>
            <p:cNvPr id="4181" name="Line 49">
              <a:extLst>
                <a:ext uri="{FF2B5EF4-FFF2-40B4-BE49-F238E27FC236}">
                  <a16:creationId xmlns:a16="http://schemas.microsoft.com/office/drawing/2014/main" id="{2E43C58D-137B-5F80-47D9-6315A5A470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2" name="Rectangle 50">
              <a:extLst>
                <a:ext uri="{FF2B5EF4-FFF2-40B4-BE49-F238E27FC236}">
                  <a16:creationId xmlns:a16="http://schemas.microsoft.com/office/drawing/2014/main" id="{1031BA51-9E66-68EA-F6C1-9B8DB8FEAB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83" name="Line 51">
              <a:extLst>
                <a:ext uri="{FF2B5EF4-FFF2-40B4-BE49-F238E27FC236}">
                  <a16:creationId xmlns:a16="http://schemas.microsoft.com/office/drawing/2014/main" id="{88622736-26C7-43F5-0351-BEF8419031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4" name="Line 52">
              <a:extLst>
                <a:ext uri="{FF2B5EF4-FFF2-40B4-BE49-F238E27FC236}">
                  <a16:creationId xmlns:a16="http://schemas.microsoft.com/office/drawing/2014/main" id="{82AFCCDD-0B01-110A-EA58-457DD69E25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5" name="Line 53">
              <a:extLst>
                <a:ext uri="{FF2B5EF4-FFF2-40B4-BE49-F238E27FC236}">
                  <a16:creationId xmlns:a16="http://schemas.microsoft.com/office/drawing/2014/main" id="{DDDC98EE-5CD9-454F-2574-E53DD64F1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6" name="Line 54">
              <a:extLst>
                <a:ext uri="{FF2B5EF4-FFF2-40B4-BE49-F238E27FC236}">
                  <a16:creationId xmlns:a16="http://schemas.microsoft.com/office/drawing/2014/main" id="{FDF0183E-3118-503A-07A8-C0AFAE73A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7" name="Line 55">
              <a:extLst>
                <a:ext uri="{FF2B5EF4-FFF2-40B4-BE49-F238E27FC236}">
                  <a16:creationId xmlns:a16="http://schemas.microsoft.com/office/drawing/2014/main" id="{407DD4CF-29F0-FEA2-9F32-C9465B4DC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8" name="Line 56">
              <a:extLst>
                <a:ext uri="{FF2B5EF4-FFF2-40B4-BE49-F238E27FC236}">
                  <a16:creationId xmlns:a16="http://schemas.microsoft.com/office/drawing/2014/main" id="{1E2D865E-7931-3B7D-8DBC-3118C4B7AB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9" name="Line 57">
              <a:extLst>
                <a:ext uri="{FF2B5EF4-FFF2-40B4-BE49-F238E27FC236}">
                  <a16:creationId xmlns:a16="http://schemas.microsoft.com/office/drawing/2014/main" id="{BAABF922-4DEE-AECB-DDB2-403113788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0" name="Line 58">
              <a:extLst>
                <a:ext uri="{FF2B5EF4-FFF2-40B4-BE49-F238E27FC236}">
                  <a16:creationId xmlns:a16="http://schemas.microsoft.com/office/drawing/2014/main" id="{3C43486A-A4B5-6882-DCBC-B856E45B8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3" name="Group 59">
            <a:extLst>
              <a:ext uri="{FF2B5EF4-FFF2-40B4-BE49-F238E27FC236}">
                <a16:creationId xmlns:a16="http://schemas.microsoft.com/office/drawing/2014/main" id="{E2A57879-67C2-C318-2428-CC8BD0EBA4A8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828800"/>
            <a:ext cx="609600" cy="4876800"/>
            <a:chOff x="480" y="1152"/>
            <a:chExt cx="384" cy="3072"/>
          </a:xfrm>
        </p:grpSpPr>
        <p:sp>
          <p:nvSpPr>
            <p:cNvPr id="4171" name="Line 60">
              <a:extLst>
                <a:ext uri="{FF2B5EF4-FFF2-40B4-BE49-F238E27FC236}">
                  <a16:creationId xmlns:a16="http://schemas.microsoft.com/office/drawing/2014/main" id="{AEE43B51-AD65-4BF2-7BD2-7C493CF47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Rectangle 61">
              <a:extLst>
                <a:ext uri="{FF2B5EF4-FFF2-40B4-BE49-F238E27FC236}">
                  <a16:creationId xmlns:a16="http://schemas.microsoft.com/office/drawing/2014/main" id="{F5987655-0D29-4C38-A5F9-9DD606455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73" name="Line 62">
              <a:extLst>
                <a:ext uri="{FF2B5EF4-FFF2-40B4-BE49-F238E27FC236}">
                  <a16:creationId xmlns:a16="http://schemas.microsoft.com/office/drawing/2014/main" id="{3E80801B-E9F6-479D-9D23-A292D824C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4" name="Line 63">
              <a:extLst>
                <a:ext uri="{FF2B5EF4-FFF2-40B4-BE49-F238E27FC236}">
                  <a16:creationId xmlns:a16="http://schemas.microsoft.com/office/drawing/2014/main" id="{CFCB3B33-9FD9-CF22-5CC0-59BB912CB7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5" name="Line 64">
              <a:extLst>
                <a:ext uri="{FF2B5EF4-FFF2-40B4-BE49-F238E27FC236}">
                  <a16:creationId xmlns:a16="http://schemas.microsoft.com/office/drawing/2014/main" id="{0CA4E26D-0EE7-0B4C-5207-96FAB7441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6" name="Line 65">
              <a:extLst>
                <a:ext uri="{FF2B5EF4-FFF2-40B4-BE49-F238E27FC236}">
                  <a16:creationId xmlns:a16="http://schemas.microsoft.com/office/drawing/2014/main" id="{09EDF07D-EDFB-5794-6CEE-ED934F9CA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7" name="Line 66">
              <a:extLst>
                <a:ext uri="{FF2B5EF4-FFF2-40B4-BE49-F238E27FC236}">
                  <a16:creationId xmlns:a16="http://schemas.microsoft.com/office/drawing/2014/main" id="{BD5987DB-902F-08C2-C882-067B61A6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8" name="Line 67">
              <a:extLst>
                <a:ext uri="{FF2B5EF4-FFF2-40B4-BE49-F238E27FC236}">
                  <a16:creationId xmlns:a16="http://schemas.microsoft.com/office/drawing/2014/main" id="{AFEC6068-7933-80E9-0CB2-24D412092C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9" name="Line 68">
              <a:extLst>
                <a:ext uri="{FF2B5EF4-FFF2-40B4-BE49-F238E27FC236}">
                  <a16:creationId xmlns:a16="http://schemas.microsoft.com/office/drawing/2014/main" id="{3B0DAA02-0C0F-128E-AE0D-80A044919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0" name="Line 69">
              <a:extLst>
                <a:ext uri="{FF2B5EF4-FFF2-40B4-BE49-F238E27FC236}">
                  <a16:creationId xmlns:a16="http://schemas.microsoft.com/office/drawing/2014/main" id="{54610EC2-B1F2-1E56-608B-E3ED7A1AC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4" name="Group 70">
            <a:extLst>
              <a:ext uri="{FF2B5EF4-FFF2-40B4-BE49-F238E27FC236}">
                <a16:creationId xmlns:a16="http://schemas.microsoft.com/office/drawing/2014/main" id="{4FFCD6C2-373F-2400-20B9-1782F1700A9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828800"/>
            <a:ext cx="609600" cy="4876800"/>
            <a:chOff x="480" y="1152"/>
            <a:chExt cx="384" cy="3072"/>
          </a:xfrm>
        </p:grpSpPr>
        <p:sp>
          <p:nvSpPr>
            <p:cNvPr id="4161" name="Line 71">
              <a:extLst>
                <a:ext uri="{FF2B5EF4-FFF2-40B4-BE49-F238E27FC236}">
                  <a16:creationId xmlns:a16="http://schemas.microsoft.com/office/drawing/2014/main" id="{02E45DD4-F5E0-CEAB-A4D0-500C6A6190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Rectangle 72">
              <a:extLst>
                <a:ext uri="{FF2B5EF4-FFF2-40B4-BE49-F238E27FC236}">
                  <a16:creationId xmlns:a16="http://schemas.microsoft.com/office/drawing/2014/main" id="{CDC8E4D4-DAB6-53B6-E922-EBB45AAA8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63" name="Line 73">
              <a:extLst>
                <a:ext uri="{FF2B5EF4-FFF2-40B4-BE49-F238E27FC236}">
                  <a16:creationId xmlns:a16="http://schemas.microsoft.com/office/drawing/2014/main" id="{6CAEE5E3-7614-A466-366A-2CCFA89E7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Line 74">
              <a:extLst>
                <a:ext uri="{FF2B5EF4-FFF2-40B4-BE49-F238E27FC236}">
                  <a16:creationId xmlns:a16="http://schemas.microsoft.com/office/drawing/2014/main" id="{424AAE10-9159-0319-9332-FEF2A43FE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75">
              <a:extLst>
                <a:ext uri="{FF2B5EF4-FFF2-40B4-BE49-F238E27FC236}">
                  <a16:creationId xmlns:a16="http://schemas.microsoft.com/office/drawing/2014/main" id="{A5A8ED33-5543-80E4-F124-D0FED3BB3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Line 76">
              <a:extLst>
                <a:ext uri="{FF2B5EF4-FFF2-40B4-BE49-F238E27FC236}">
                  <a16:creationId xmlns:a16="http://schemas.microsoft.com/office/drawing/2014/main" id="{F49446AC-14EA-2ACE-C9AA-78E153ABF7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7" name="Line 77">
              <a:extLst>
                <a:ext uri="{FF2B5EF4-FFF2-40B4-BE49-F238E27FC236}">
                  <a16:creationId xmlns:a16="http://schemas.microsoft.com/office/drawing/2014/main" id="{A4082FF1-DC29-81C9-8853-A03456BA2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8" name="Line 78">
              <a:extLst>
                <a:ext uri="{FF2B5EF4-FFF2-40B4-BE49-F238E27FC236}">
                  <a16:creationId xmlns:a16="http://schemas.microsoft.com/office/drawing/2014/main" id="{8C8077A2-475A-9AD3-790E-0825A5686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9" name="Line 79">
              <a:extLst>
                <a:ext uri="{FF2B5EF4-FFF2-40B4-BE49-F238E27FC236}">
                  <a16:creationId xmlns:a16="http://schemas.microsoft.com/office/drawing/2014/main" id="{CDDCC472-3ECA-7C66-4FC8-6DF920A98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Line 80">
              <a:extLst>
                <a:ext uri="{FF2B5EF4-FFF2-40B4-BE49-F238E27FC236}">
                  <a16:creationId xmlns:a16="http://schemas.microsoft.com/office/drawing/2014/main" id="{0931B6CB-7946-3E50-5965-7834D8AF9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5" name="Group 81">
            <a:extLst>
              <a:ext uri="{FF2B5EF4-FFF2-40B4-BE49-F238E27FC236}">
                <a16:creationId xmlns:a16="http://schemas.microsoft.com/office/drawing/2014/main" id="{412B3D9B-DB8A-1B57-68E0-EAA1BAB6C369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828800"/>
            <a:ext cx="609600" cy="4876800"/>
            <a:chOff x="480" y="1152"/>
            <a:chExt cx="384" cy="3072"/>
          </a:xfrm>
        </p:grpSpPr>
        <p:sp>
          <p:nvSpPr>
            <p:cNvPr id="4151" name="Line 82">
              <a:extLst>
                <a:ext uri="{FF2B5EF4-FFF2-40B4-BE49-F238E27FC236}">
                  <a16:creationId xmlns:a16="http://schemas.microsoft.com/office/drawing/2014/main" id="{3094C53D-6608-C298-3053-F753ABA33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Rectangle 83">
              <a:extLst>
                <a:ext uri="{FF2B5EF4-FFF2-40B4-BE49-F238E27FC236}">
                  <a16:creationId xmlns:a16="http://schemas.microsoft.com/office/drawing/2014/main" id="{7740B857-3C79-DBE3-EFFD-620120EC6D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53" name="Line 84">
              <a:extLst>
                <a:ext uri="{FF2B5EF4-FFF2-40B4-BE49-F238E27FC236}">
                  <a16:creationId xmlns:a16="http://schemas.microsoft.com/office/drawing/2014/main" id="{9A963B79-B43F-86A0-7588-F73A6D8FF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Line 85">
              <a:extLst>
                <a:ext uri="{FF2B5EF4-FFF2-40B4-BE49-F238E27FC236}">
                  <a16:creationId xmlns:a16="http://schemas.microsoft.com/office/drawing/2014/main" id="{22507880-2DFB-3EFB-4195-794ECC05E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Line 86">
              <a:extLst>
                <a:ext uri="{FF2B5EF4-FFF2-40B4-BE49-F238E27FC236}">
                  <a16:creationId xmlns:a16="http://schemas.microsoft.com/office/drawing/2014/main" id="{5B34BCF2-E8ED-BC13-D62B-8DA75E2144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Line 87">
              <a:extLst>
                <a:ext uri="{FF2B5EF4-FFF2-40B4-BE49-F238E27FC236}">
                  <a16:creationId xmlns:a16="http://schemas.microsoft.com/office/drawing/2014/main" id="{3866E450-1FD9-3C7D-B248-9F87F00EF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Line 88">
              <a:extLst>
                <a:ext uri="{FF2B5EF4-FFF2-40B4-BE49-F238E27FC236}">
                  <a16:creationId xmlns:a16="http://schemas.microsoft.com/office/drawing/2014/main" id="{869F6601-C2C7-8E1F-773B-85EA7B92D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Line 89">
              <a:extLst>
                <a:ext uri="{FF2B5EF4-FFF2-40B4-BE49-F238E27FC236}">
                  <a16:creationId xmlns:a16="http://schemas.microsoft.com/office/drawing/2014/main" id="{D8BE1079-0D82-2B1B-42F1-7C3E38E7A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Line 90">
              <a:extLst>
                <a:ext uri="{FF2B5EF4-FFF2-40B4-BE49-F238E27FC236}">
                  <a16:creationId xmlns:a16="http://schemas.microsoft.com/office/drawing/2014/main" id="{64C74FF9-7CB0-2F32-BC88-ED231F4B2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Line 91">
              <a:extLst>
                <a:ext uri="{FF2B5EF4-FFF2-40B4-BE49-F238E27FC236}">
                  <a16:creationId xmlns:a16="http://schemas.microsoft.com/office/drawing/2014/main" id="{A1B198D2-ECD8-F523-E7BB-53487BA555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6" name="Group 92">
            <a:extLst>
              <a:ext uri="{FF2B5EF4-FFF2-40B4-BE49-F238E27FC236}">
                <a16:creationId xmlns:a16="http://schemas.microsoft.com/office/drawing/2014/main" id="{240F8EDC-660B-6924-EDA3-CB454D7DB0A4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828800"/>
            <a:ext cx="609600" cy="4876800"/>
            <a:chOff x="480" y="1152"/>
            <a:chExt cx="384" cy="3072"/>
          </a:xfrm>
        </p:grpSpPr>
        <p:sp>
          <p:nvSpPr>
            <p:cNvPr id="4141" name="Line 93">
              <a:extLst>
                <a:ext uri="{FF2B5EF4-FFF2-40B4-BE49-F238E27FC236}">
                  <a16:creationId xmlns:a16="http://schemas.microsoft.com/office/drawing/2014/main" id="{2D0D4510-528D-80F3-9466-2EC8A77FD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Rectangle 94">
              <a:extLst>
                <a:ext uri="{FF2B5EF4-FFF2-40B4-BE49-F238E27FC236}">
                  <a16:creationId xmlns:a16="http://schemas.microsoft.com/office/drawing/2014/main" id="{83A2E141-1B51-B21A-8F43-9CA7050C69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43" name="Line 95">
              <a:extLst>
                <a:ext uri="{FF2B5EF4-FFF2-40B4-BE49-F238E27FC236}">
                  <a16:creationId xmlns:a16="http://schemas.microsoft.com/office/drawing/2014/main" id="{99D67872-CBF8-BA55-0FB5-105DFA491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Line 96">
              <a:extLst>
                <a:ext uri="{FF2B5EF4-FFF2-40B4-BE49-F238E27FC236}">
                  <a16:creationId xmlns:a16="http://schemas.microsoft.com/office/drawing/2014/main" id="{D91247F1-E48B-370B-0466-97CDAFC2B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5" name="Line 97">
              <a:extLst>
                <a:ext uri="{FF2B5EF4-FFF2-40B4-BE49-F238E27FC236}">
                  <a16:creationId xmlns:a16="http://schemas.microsoft.com/office/drawing/2014/main" id="{706F484C-EB59-3D4E-CBEA-5FEA7F3E94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6" name="Line 98">
              <a:extLst>
                <a:ext uri="{FF2B5EF4-FFF2-40B4-BE49-F238E27FC236}">
                  <a16:creationId xmlns:a16="http://schemas.microsoft.com/office/drawing/2014/main" id="{54647996-EF13-61D4-E2F3-8B080EF819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7" name="Line 99">
              <a:extLst>
                <a:ext uri="{FF2B5EF4-FFF2-40B4-BE49-F238E27FC236}">
                  <a16:creationId xmlns:a16="http://schemas.microsoft.com/office/drawing/2014/main" id="{D3A76696-72F7-FD3E-49EE-89F3E60E83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8" name="Line 100">
              <a:extLst>
                <a:ext uri="{FF2B5EF4-FFF2-40B4-BE49-F238E27FC236}">
                  <a16:creationId xmlns:a16="http://schemas.microsoft.com/office/drawing/2014/main" id="{6EEA9A87-1F67-F961-B8B2-58A6F5C70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9" name="Line 101">
              <a:extLst>
                <a:ext uri="{FF2B5EF4-FFF2-40B4-BE49-F238E27FC236}">
                  <a16:creationId xmlns:a16="http://schemas.microsoft.com/office/drawing/2014/main" id="{77649DDC-9DBE-5412-4896-56E235FD58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0" name="Line 102">
              <a:extLst>
                <a:ext uri="{FF2B5EF4-FFF2-40B4-BE49-F238E27FC236}">
                  <a16:creationId xmlns:a16="http://schemas.microsoft.com/office/drawing/2014/main" id="{F1830694-9652-4926-7E2C-092B5E69AD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7" name="Group 103">
            <a:extLst>
              <a:ext uri="{FF2B5EF4-FFF2-40B4-BE49-F238E27FC236}">
                <a16:creationId xmlns:a16="http://schemas.microsoft.com/office/drawing/2014/main" id="{8E7056D8-B472-40B0-24F2-BF351A058E6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828800"/>
            <a:ext cx="609600" cy="4876800"/>
            <a:chOff x="480" y="1152"/>
            <a:chExt cx="384" cy="3072"/>
          </a:xfrm>
        </p:grpSpPr>
        <p:sp>
          <p:nvSpPr>
            <p:cNvPr id="4131" name="Line 104">
              <a:extLst>
                <a:ext uri="{FF2B5EF4-FFF2-40B4-BE49-F238E27FC236}">
                  <a16:creationId xmlns:a16="http://schemas.microsoft.com/office/drawing/2014/main" id="{158AC7FC-0877-5F5D-C393-CBF916AB2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Rectangle 105">
              <a:extLst>
                <a:ext uri="{FF2B5EF4-FFF2-40B4-BE49-F238E27FC236}">
                  <a16:creationId xmlns:a16="http://schemas.microsoft.com/office/drawing/2014/main" id="{E84769CD-D73F-F626-FEE7-783995039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33" name="Line 106">
              <a:extLst>
                <a:ext uri="{FF2B5EF4-FFF2-40B4-BE49-F238E27FC236}">
                  <a16:creationId xmlns:a16="http://schemas.microsoft.com/office/drawing/2014/main" id="{6B4F53F6-FAD5-00B2-7122-9E1079533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07">
              <a:extLst>
                <a:ext uri="{FF2B5EF4-FFF2-40B4-BE49-F238E27FC236}">
                  <a16:creationId xmlns:a16="http://schemas.microsoft.com/office/drawing/2014/main" id="{035AF85A-AB25-9401-3E6A-AF7FCC981E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08">
              <a:extLst>
                <a:ext uri="{FF2B5EF4-FFF2-40B4-BE49-F238E27FC236}">
                  <a16:creationId xmlns:a16="http://schemas.microsoft.com/office/drawing/2014/main" id="{C0F3A239-37FA-9E6E-7CB1-5D84F73BB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09">
              <a:extLst>
                <a:ext uri="{FF2B5EF4-FFF2-40B4-BE49-F238E27FC236}">
                  <a16:creationId xmlns:a16="http://schemas.microsoft.com/office/drawing/2014/main" id="{D359FB6F-23E7-B9E2-5023-96FD5FC041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10">
              <a:extLst>
                <a:ext uri="{FF2B5EF4-FFF2-40B4-BE49-F238E27FC236}">
                  <a16:creationId xmlns:a16="http://schemas.microsoft.com/office/drawing/2014/main" id="{A231ABAD-2CF2-2089-DCB9-D80A94406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11">
              <a:extLst>
                <a:ext uri="{FF2B5EF4-FFF2-40B4-BE49-F238E27FC236}">
                  <a16:creationId xmlns:a16="http://schemas.microsoft.com/office/drawing/2014/main" id="{8B62E077-84A8-BF90-3252-34B520A89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12">
              <a:extLst>
                <a:ext uri="{FF2B5EF4-FFF2-40B4-BE49-F238E27FC236}">
                  <a16:creationId xmlns:a16="http://schemas.microsoft.com/office/drawing/2014/main" id="{9C86AB8A-2D26-AE34-F9F2-CE3AFCACB5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13">
              <a:extLst>
                <a:ext uri="{FF2B5EF4-FFF2-40B4-BE49-F238E27FC236}">
                  <a16:creationId xmlns:a16="http://schemas.microsoft.com/office/drawing/2014/main" id="{2707A06B-E4FA-35F7-151F-1F44C555F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8" name="Rectangle 117">
            <a:extLst>
              <a:ext uri="{FF2B5EF4-FFF2-40B4-BE49-F238E27FC236}">
                <a16:creationId xmlns:a16="http://schemas.microsoft.com/office/drawing/2014/main" id="{2A0FC58C-DF68-9775-B1B6-B9235C1D2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4109" name="Group 125">
            <a:extLst>
              <a:ext uri="{FF2B5EF4-FFF2-40B4-BE49-F238E27FC236}">
                <a16:creationId xmlns:a16="http://schemas.microsoft.com/office/drawing/2014/main" id="{D3E224A1-020E-E94E-CBB3-7697B7D49044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1828800"/>
            <a:ext cx="609600" cy="4876800"/>
            <a:chOff x="480" y="1152"/>
            <a:chExt cx="384" cy="3072"/>
          </a:xfrm>
        </p:grpSpPr>
        <p:sp>
          <p:nvSpPr>
            <p:cNvPr id="4121" name="Line 126">
              <a:extLst>
                <a:ext uri="{FF2B5EF4-FFF2-40B4-BE49-F238E27FC236}">
                  <a16:creationId xmlns:a16="http://schemas.microsoft.com/office/drawing/2014/main" id="{AA1723B6-E637-DCCF-7F31-A540B4582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Rectangle 127">
              <a:extLst>
                <a:ext uri="{FF2B5EF4-FFF2-40B4-BE49-F238E27FC236}">
                  <a16:creationId xmlns:a16="http://schemas.microsoft.com/office/drawing/2014/main" id="{68982A66-738E-5BBF-1B7A-662685B7A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23" name="Line 128">
              <a:extLst>
                <a:ext uri="{FF2B5EF4-FFF2-40B4-BE49-F238E27FC236}">
                  <a16:creationId xmlns:a16="http://schemas.microsoft.com/office/drawing/2014/main" id="{DECD837A-83D0-D031-2A00-75934EF202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Line 129">
              <a:extLst>
                <a:ext uri="{FF2B5EF4-FFF2-40B4-BE49-F238E27FC236}">
                  <a16:creationId xmlns:a16="http://schemas.microsoft.com/office/drawing/2014/main" id="{1C50716A-5BD4-23CE-6892-08EA4068D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Line 130">
              <a:extLst>
                <a:ext uri="{FF2B5EF4-FFF2-40B4-BE49-F238E27FC236}">
                  <a16:creationId xmlns:a16="http://schemas.microsoft.com/office/drawing/2014/main" id="{F1340DF4-EE27-4B50-6C39-820945D95A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Line 131">
              <a:extLst>
                <a:ext uri="{FF2B5EF4-FFF2-40B4-BE49-F238E27FC236}">
                  <a16:creationId xmlns:a16="http://schemas.microsoft.com/office/drawing/2014/main" id="{718D9154-CC25-F9D5-3C6F-8C9BE7675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32">
              <a:extLst>
                <a:ext uri="{FF2B5EF4-FFF2-40B4-BE49-F238E27FC236}">
                  <a16:creationId xmlns:a16="http://schemas.microsoft.com/office/drawing/2014/main" id="{9F51EAD2-20F8-4D7A-399E-834838B70D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33">
              <a:extLst>
                <a:ext uri="{FF2B5EF4-FFF2-40B4-BE49-F238E27FC236}">
                  <a16:creationId xmlns:a16="http://schemas.microsoft.com/office/drawing/2014/main" id="{0E0F8A34-28CF-FCE3-80D1-68BAAAD960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34">
              <a:extLst>
                <a:ext uri="{FF2B5EF4-FFF2-40B4-BE49-F238E27FC236}">
                  <a16:creationId xmlns:a16="http://schemas.microsoft.com/office/drawing/2014/main" id="{5775349C-D22B-FEBE-D20A-D714A7A7D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35">
              <a:extLst>
                <a:ext uri="{FF2B5EF4-FFF2-40B4-BE49-F238E27FC236}">
                  <a16:creationId xmlns:a16="http://schemas.microsoft.com/office/drawing/2014/main" id="{5870C5BE-E053-F039-021F-AAE44EF9C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10" name="Group 136">
            <a:extLst>
              <a:ext uri="{FF2B5EF4-FFF2-40B4-BE49-F238E27FC236}">
                <a16:creationId xmlns:a16="http://schemas.microsoft.com/office/drawing/2014/main" id="{0E85124C-8BDD-D244-0F76-203B6F1C21B3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828800"/>
            <a:ext cx="609600" cy="4876800"/>
            <a:chOff x="480" y="1152"/>
            <a:chExt cx="384" cy="3072"/>
          </a:xfrm>
        </p:grpSpPr>
        <p:sp>
          <p:nvSpPr>
            <p:cNvPr id="4111" name="Line 137">
              <a:extLst>
                <a:ext uri="{FF2B5EF4-FFF2-40B4-BE49-F238E27FC236}">
                  <a16:creationId xmlns:a16="http://schemas.microsoft.com/office/drawing/2014/main" id="{436B3E35-4F69-791F-7ABE-DC75498B26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Rectangle 138">
              <a:extLst>
                <a:ext uri="{FF2B5EF4-FFF2-40B4-BE49-F238E27FC236}">
                  <a16:creationId xmlns:a16="http://schemas.microsoft.com/office/drawing/2014/main" id="{88BCDC57-91F9-27EE-E585-C78FAD7D6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13" name="Line 139">
              <a:extLst>
                <a:ext uri="{FF2B5EF4-FFF2-40B4-BE49-F238E27FC236}">
                  <a16:creationId xmlns:a16="http://schemas.microsoft.com/office/drawing/2014/main" id="{4C4774B1-EA5B-5990-3DB7-00EC8287C3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Line 140">
              <a:extLst>
                <a:ext uri="{FF2B5EF4-FFF2-40B4-BE49-F238E27FC236}">
                  <a16:creationId xmlns:a16="http://schemas.microsoft.com/office/drawing/2014/main" id="{33311EB5-BA83-1759-B33D-7A89AFB562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Line 141">
              <a:extLst>
                <a:ext uri="{FF2B5EF4-FFF2-40B4-BE49-F238E27FC236}">
                  <a16:creationId xmlns:a16="http://schemas.microsoft.com/office/drawing/2014/main" id="{E5C962AD-23E1-1018-1B74-224FE1AC4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Line 142">
              <a:extLst>
                <a:ext uri="{FF2B5EF4-FFF2-40B4-BE49-F238E27FC236}">
                  <a16:creationId xmlns:a16="http://schemas.microsoft.com/office/drawing/2014/main" id="{817DE05D-6D48-BCC9-B1A4-726FC6A42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Line 143">
              <a:extLst>
                <a:ext uri="{FF2B5EF4-FFF2-40B4-BE49-F238E27FC236}">
                  <a16:creationId xmlns:a16="http://schemas.microsoft.com/office/drawing/2014/main" id="{16472AB9-6E90-D2D6-22DB-08BAB2B272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Line 144">
              <a:extLst>
                <a:ext uri="{FF2B5EF4-FFF2-40B4-BE49-F238E27FC236}">
                  <a16:creationId xmlns:a16="http://schemas.microsoft.com/office/drawing/2014/main" id="{0C304B6C-8FE0-5FC6-85EF-AC1EC69D7E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Line 145">
              <a:extLst>
                <a:ext uri="{FF2B5EF4-FFF2-40B4-BE49-F238E27FC236}">
                  <a16:creationId xmlns:a16="http://schemas.microsoft.com/office/drawing/2014/main" id="{A40C1F47-1F54-2ABB-3BDF-6DA0BC922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Line 146">
              <a:extLst>
                <a:ext uri="{FF2B5EF4-FFF2-40B4-BE49-F238E27FC236}">
                  <a16:creationId xmlns:a16="http://schemas.microsoft.com/office/drawing/2014/main" id="{F50A187C-1E43-97C8-C8C7-F4A155FADC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Rectangle 120">
            <a:extLst>
              <a:ext uri="{FF2B5EF4-FFF2-40B4-BE49-F238E27FC236}">
                <a16:creationId xmlns:a16="http://schemas.microsoft.com/office/drawing/2014/main" id="{146E9C7C-4BF0-73F7-DCD6-4373133B1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12" y="1903261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81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</p:txBody>
      </p:sp>
      <p:sp>
        <p:nvSpPr>
          <p:cNvPr id="5" name="Rectangle 120">
            <a:extLst>
              <a:ext uri="{FF2B5EF4-FFF2-40B4-BE49-F238E27FC236}">
                <a16:creationId xmlns:a16="http://schemas.microsoft.com/office/drawing/2014/main" id="{EC443242-F984-6892-F905-3930DE091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351" y="1903261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81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6" name="Rectangle 120">
            <a:extLst>
              <a:ext uri="{FF2B5EF4-FFF2-40B4-BE49-F238E27FC236}">
                <a16:creationId xmlns:a16="http://schemas.microsoft.com/office/drawing/2014/main" id="{B9F84A79-FD7A-D685-874A-1218B1FA6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355" y="1903260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7" name="Rectangle 120">
            <a:extLst>
              <a:ext uri="{FF2B5EF4-FFF2-40B4-BE49-F238E27FC236}">
                <a16:creationId xmlns:a16="http://schemas.microsoft.com/office/drawing/2014/main" id="{7885C88F-C13B-6E77-577E-CB0750E66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359" y="1903259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81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 u="sng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9CC33-CB81-DC23-97E4-A73D5CB21732}"/>
              </a:ext>
            </a:extLst>
          </p:cNvPr>
          <p:cNvSpPr txBox="1"/>
          <p:nvPr/>
        </p:nvSpPr>
        <p:spPr>
          <a:xfrm>
            <a:off x="1437390" y="1435204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1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52C44C-5CB6-B7EB-372B-64AB802F667C}"/>
              </a:ext>
            </a:extLst>
          </p:cNvPr>
          <p:cNvSpPr txBox="1"/>
          <p:nvPr/>
        </p:nvSpPr>
        <p:spPr>
          <a:xfrm>
            <a:off x="3280938" y="1435204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2</a:t>
            </a:r>
            <a:endParaRPr lang="en-US"/>
          </a:p>
        </p:txBody>
      </p:sp>
      <p:sp>
        <p:nvSpPr>
          <p:cNvPr id="10" name="Rectangle 120">
            <a:extLst>
              <a:ext uri="{FF2B5EF4-FFF2-40B4-BE49-F238E27FC236}">
                <a16:creationId xmlns:a16="http://schemas.microsoft.com/office/drawing/2014/main" id="{9AE32BD0-19ED-6D73-C384-B9DCB4BB8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28" y="1903258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Rectangle 120">
            <a:extLst>
              <a:ext uri="{FF2B5EF4-FFF2-40B4-BE49-F238E27FC236}">
                <a16:creationId xmlns:a16="http://schemas.microsoft.com/office/drawing/2014/main" id="{C8DE49CA-A3AE-4120-64C1-F35EF5575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832" y="1903257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2" name="Rectangle 120">
            <a:extLst>
              <a:ext uri="{FF2B5EF4-FFF2-40B4-BE49-F238E27FC236}">
                <a16:creationId xmlns:a16="http://schemas.microsoft.com/office/drawing/2014/main" id="{16C86725-2AB3-68CB-16C1-5ED473A1E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3836" y="1903256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76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A7426-C172-9D0D-DFA9-59B033518BB6}"/>
              </a:ext>
            </a:extLst>
          </p:cNvPr>
          <p:cNvSpPr txBox="1"/>
          <p:nvPr/>
        </p:nvSpPr>
        <p:spPr>
          <a:xfrm>
            <a:off x="5103416" y="1435203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3</a:t>
            </a:r>
            <a:endParaRPr lang="en-US"/>
          </a:p>
        </p:txBody>
      </p:sp>
      <p:sp>
        <p:nvSpPr>
          <p:cNvPr id="14" name="Rectangle 120">
            <a:extLst>
              <a:ext uri="{FF2B5EF4-FFF2-40B4-BE49-F238E27FC236}">
                <a16:creationId xmlns:a16="http://schemas.microsoft.com/office/drawing/2014/main" id="{19BFA4D9-3938-852C-D189-CBAC6AB5C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840" y="1903255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5" name="Rectangle 120">
            <a:extLst>
              <a:ext uri="{FF2B5EF4-FFF2-40B4-BE49-F238E27FC236}">
                <a16:creationId xmlns:a16="http://schemas.microsoft.com/office/drawing/2014/main" id="{5C53EDDB-2B49-78D0-70FE-90D5AE0AA9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844" y="1903254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6" name="Rectangle 120">
            <a:extLst>
              <a:ext uri="{FF2B5EF4-FFF2-40B4-BE49-F238E27FC236}">
                <a16:creationId xmlns:a16="http://schemas.microsoft.com/office/drawing/2014/main" id="{994AEC65-2007-1D57-3E92-3943E55DA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6848" y="1892719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63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2FC06-0C94-04E9-ADF1-27C8520572CD}"/>
              </a:ext>
            </a:extLst>
          </p:cNvPr>
          <p:cNvSpPr txBox="1"/>
          <p:nvPr/>
        </p:nvSpPr>
        <p:spPr>
          <a:xfrm>
            <a:off x="6925894" y="1435202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4</a:t>
            </a:r>
            <a:endParaRPr lang="en-US"/>
          </a:p>
        </p:txBody>
      </p:sp>
      <p:sp>
        <p:nvSpPr>
          <p:cNvPr id="18" name="Rectangle 120">
            <a:extLst>
              <a:ext uri="{FF2B5EF4-FFF2-40B4-BE49-F238E27FC236}">
                <a16:creationId xmlns:a16="http://schemas.microsoft.com/office/drawing/2014/main" id="{10419B5C-0939-BBD6-8BDF-355FD92F0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7852" y="1903253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" name="Rectangle 120">
            <a:extLst>
              <a:ext uri="{FF2B5EF4-FFF2-40B4-BE49-F238E27FC236}">
                <a16:creationId xmlns:a16="http://schemas.microsoft.com/office/drawing/2014/main" id="{94A02FC1-E79D-2022-67EC-2E73082A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8856" y="1903252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54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/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0CCF5F7A-35A3-E4EE-99CE-63A5255AE4EF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752600"/>
            <a:ext cx="609600" cy="4876800"/>
            <a:chOff x="480" y="1152"/>
            <a:chExt cx="384" cy="3072"/>
          </a:xfrm>
        </p:grpSpPr>
        <p:sp>
          <p:nvSpPr>
            <p:cNvPr id="5245" name="Line 3">
              <a:extLst>
                <a:ext uri="{FF2B5EF4-FFF2-40B4-BE49-F238E27FC236}">
                  <a16:creationId xmlns:a16="http://schemas.microsoft.com/office/drawing/2014/main" id="{4B841E93-974B-C324-43DD-92FBE23DE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6" name="Rectangle 4">
              <a:extLst>
                <a:ext uri="{FF2B5EF4-FFF2-40B4-BE49-F238E27FC236}">
                  <a16:creationId xmlns:a16="http://schemas.microsoft.com/office/drawing/2014/main" id="{C96DFEAC-3A43-3ABE-0F38-0799DA9C7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47" name="Line 5">
              <a:extLst>
                <a:ext uri="{FF2B5EF4-FFF2-40B4-BE49-F238E27FC236}">
                  <a16:creationId xmlns:a16="http://schemas.microsoft.com/office/drawing/2014/main" id="{671BCD83-6260-25AD-CE3A-7BB54E6C28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8" name="Line 6">
              <a:extLst>
                <a:ext uri="{FF2B5EF4-FFF2-40B4-BE49-F238E27FC236}">
                  <a16:creationId xmlns:a16="http://schemas.microsoft.com/office/drawing/2014/main" id="{BB898307-E398-5ED5-9B09-0A914876FE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9" name="Line 7">
              <a:extLst>
                <a:ext uri="{FF2B5EF4-FFF2-40B4-BE49-F238E27FC236}">
                  <a16:creationId xmlns:a16="http://schemas.microsoft.com/office/drawing/2014/main" id="{C5D7553E-9F3F-C605-6A84-DA53F7DC9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0" name="Line 8">
              <a:extLst>
                <a:ext uri="{FF2B5EF4-FFF2-40B4-BE49-F238E27FC236}">
                  <a16:creationId xmlns:a16="http://schemas.microsoft.com/office/drawing/2014/main" id="{033B509E-C530-514D-9395-1FF1B11A6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1" name="Line 9">
              <a:extLst>
                <a:ext uri="{FF2B5EF4-FFF2-40B4-BE49-F238E27FC236}">
                  <a16:creationId xmlns:a16="http://schemas.microsoft.com/office/drawing/2014/main" id="{FBD41EF3-B6BB-F2B2-F528-F050B0300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2" name="Line 10">
              <a:extLst>
                <a:ext uri="{FF2B5EF4-FFF2-40B4-BE49-F238E27FC236}">
                  <a16:creationId xmlns:a16="http://schemas.microsoft.com/office/drawing/2014/main" id="{390D4444-7E91-AF35-EBAB-CD0252750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3" name="Line 11">
              <a:extLst>
                <a:ext uri="{FF2B5EF4-FFF2-40B4-BE49-F238E27FC236}">
                  <a16:creationId xmlns:a16="http://schemas.microsoft.com/office/drawing/2014/main" id="{3B2FA077-728C-575D-A986-6E4A08551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54" name="Line 12">
              <a:extLst>
                <a:ext uri="{FF2B5EF4-FFF2-40B4-BE49-F238E27FC236}">
                  <a16:creationId xmlns:a16="http://schemas.microsoft.com/office/drawing/2014/main" id="{1E37FA65-AD56-7EB8-255F-B0D6BEC77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3" name="Group 13">
            <a:extLst>
              <a:ext uri="{FF2B5EF4-FFF2-40B4-BE49-F238E27FC236}">
                <a16:creationId xmlns:a16="http://schemas.microsoft.com/office/drawing/2014/main" id="{CA3BD7B9-52D2-D6F2-EB92-C0DC502A99A9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52600"/>
            <a:ext cx="609600" cy="4876800"/>
            <a:chOff x="480" y="1152"/>
            <a:chExt cx="384" cy="3072"/>
          </a:xfrm>
        </p:grpSpPr>
        <p:sp>
          <p:nvSpPr>
            <p:cNvPr id="5235" name="Line 14">
              <a:extLst>
                <a:ext uri="{FF2B5EF4-FFF2-40B4-BE49-F238E27FC236}">
                  <a16:creationId xmlns:a16="http://schemas.microsoft.com/office/drawing/2014/main" id="{B3B24373-793C-06EB-61AA-82C58251C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6" name="Rectangle 15">
              <a:extLst>
                <a:ext uri="{FF2B5EF4-FFF2-40B4-BE49-F238E27FC236}">
                  <a16:creationId xmlns:a16="http://schemas.microsoft.com/office/drawing/2014/main" id="{0C93B16D-04FA-90A7-F0DD-ABC8F044D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37" name="Line 16">
              <a:extLst>
                <a:ext uri="{FF2B5EF4-FFF2-40B4-BE49-F238E27FC236}">
                  <a16:creationId xmlns:a16="http://schemas.microsoft.com/office/drawing/2014/main" id="{F0E14ACF-02F2-0874-3E49-7483B40477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8" name="Line 17">
              <a:extLst>
                <a:ext uri="{FF2B5EF4-FFF2-40B4-BE49-F238E27FC236}">
                  <a16:creationId xmlns:a16="http://schemas.microsoft.com/office/drawing/2014/main" id="{36765EA2-3591-BE7D-56E8-DEED704BC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9" name="Line 18">
              <a:extLst>
                <a:ext uri="{FF2B5EF4-FFF2-40B4-BE49-F238E27FC236}">
                  <a16:creationId xmlns:a16="http://schemas.microsoft.com/office/drawing/2014/main" id="{136FCCB9-1DFD-0F55-B608-4B1F7292D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0" name="Line 19">
              <a:extLst>
                <a:ext uri="{FF2B5EF4-FFF2-40B4-BE49-F238E27FC236}">
                  <a16:creationId xmlns:a16="http://schemas.microsoft.com/office/drawing/2014/main" id="{137F336F-DF1F-829B-1902-552F0F37A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1" name="Line 20">
              <a:extLst>
                <a:ext uri="{FF2B5EF4-FFF2-40B4-BE49-F238E27FC236}">
                  <a16:creationId xmlns:a16="http://schemas.microsoft.com/office/drawing/2014/main" id="{3D223F77-4BBE-60A5-43B0-D9FA6AD197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2" name="Line 21">
              <a:extLst>
                <a:ext uri="{FF2B5EF4-FFF2-40B4-BE49-F238E27FC236}">
                  <a16:creationId xmlns:a16="http://schemas.microsoft.com/office/drawing/2014/main" id="{34FDD4B6-C776-3FEF-5AB9-A4FAE6E4D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3" name="Line 22">
              <a:extLst>
                <a:ext uri="{FF2B5EF4-FFF2-40B4-BE49-F238E27FC236}">
                  <a16:creationId xmlns:a16="http://schemas.microsoft.com/office/drawing/2014/main" id="{96B1F4CA-D681-2126-59B3-1D2F9D1E8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4" name="Line 23">
              <a:extLst>
                <a:ext uri="{FF2B5EF4-FFF2-40B4-BE49-F238E27FC236}">
                  <a16:creationId xmlns:a16="http://schemas.microsoft.com/office/drawing/2014/main" id="{D1C221DB-08BA-D0B8-DF49-83B34D273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4" name="Group 24">
            <a:extLst>
              <a:ext uri="{FF2B5EF4-FFF2-40B4-BE49-F238E27FC236}">
                <a16:creationId xmlns:a16="http://schemas.microsoft.com/office/drawing/2014/main" id="{5EB92CD7-CE19-657A-B305-A2A5FE735BCB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752600"/>
            <a:ext cx="609600" cy="4876800"/>
            <a:chOff x="480" y="1152"/>
            <a:chExt cx="384" cy="3072"/>
          </a:xfrm>
        </p:grpSpPr>
        <p:sp>
          <p:nvSpPr>
            <p:cNvPr id="5225" name="Line 25">
              <a:extLst>
                <a:ext uri="{FF2B5EF4-FFF2-40B4-BE49-F238E27FC236}">
                  <a16:creationId xmlns:a16="http://schemas.microsoft.com/office/drawing/2014/main" id="{8951F33D-A89B-F3BB-BF45-4D8AFEF24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6" name="Rectangle 26">
              <a:extLst>
                <a:ext uri="{FF2B5EF4-FFF2-40B4-BE49-F238E27FC236}">
                  <a16:creationId xmlns:a16="http://schemas.microsoft.com/office/drawing/2014/main" id="{E2175E01-81FA-03C4-730D-15CCBD046F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27" name="Line 27">
              <a:extLst>
                <a:ext uri="{FF2B5EF4-FFF2-40B4-BE49-F238E27FC236}">
                  <a16:creationId xmlns:a16="http://schemas.microsoft.com/office/drawing/2014/main" id="{21D60C71-E9BD-986F-835A-6D3CBA1D4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8" name="Line 28">
              <a:extLst>
                <a:ext uri="{FF2B5EF4-FFF2-40B4-BE49-F238E27FC236}">
                  <a16:creationId xmlns:a16="http://schemas.microsoft.com/office/drawing/2014/main" id="{4F9BB773-C246-77E7-D192-C54B94BFFB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9" name="Line 29">
              <a:extLst>
                <a:ext uri="{FF2B5EF4-FFF2-40B4-BE49-F238E27FC236}">
                  <a16:creationId xmlns:a16="http://schemas.microsoft.com/office/drawing/2014/main" id="{22847250-4482-B244-1961-82D704345F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0" name="Line 30">
              <a:extLst>
                <a:ext uri="{FF2B5EF4-FFF2-40B4-BE49-F238E27FC236}">
                  <a16:creationId xmlns:a16="http://schemas.microsoft.com/office/drawing/2014/main" id="{0962F168-C24C-AB72-4EF5-43AF716E07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1" name="Line 31">
              <a:extLst>
                <a:ext uri="{FF2B5EF4-FFF2-40B4-BE49-F238E27FC236}">
                  <a16:creationId xmlns:a16="http://schemas.microsoft.com/office/drawing/2014/main" id="{9C0F2F44-07F1-AF99-CD6D-1C089EFB0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2" name="Line 32">
              <a:extLst>
                <a:ext uri="{FF2B5EF4-FFF2-40B4-BE49-F238E27FC236}">
                  <a16:creationId xmlns:a16="http://schemas.microsoft.com/office/drawing/2014/main" id="{FAD39859-6603-9FB0-DC4A-1118F09451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3" name="Line 33">
              <a:extLst>
                <a:ext uri="{FF2B5EF4-FFF2-40B4-BE49-F238E27FC236}">
                  <a16:creationId xmlns:a16="http://schemas.microsoft.com/office/drawing/2014/main" id="{D2F415A2-6E21-F063-827C-85874EC68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34" name="Line 34">
              <a:extLst>
                <a:ext uri="{FF2B5EF4-FFF2-40B4-BE49-F238E27FC236}">
                  <a16:creationId xmlns:a16="http://schemas.microsoft.com/office/drawing/2014/main" id="{9EDEAD07-56C5-B825-4C2E-F038D7673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5" name="Group 35">
            <a:extLst>
              <a:ext uri="{FF2B5EF4-FFF2-40B4-BE49-F238E27FC236}">
                <a16:creationId xmlns:a16="http://schemas.microsoft.com/office/drawing/2014/main" id="{E1178221-6AF1-CC5A-9DF7-A3EDFF60FB82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1752600"/>
            <a:ext cx="609600" cy="4876800"/>
            <a:chOff x="480" y="1152"/>
            <a:chExt cx="384" cy="3072"/>
          </a:xfrm>
        </p:grpSpPr>
        <p:sp>
          <p:nvSpPr>
            <p:cNvPr id="5215" name="Line 36">
              <a:extLst>
                <a:ext uri="{FF2B5EF4-FFF2-40B4-BE49-F238E27FC236}">
                  <a16:creationId xmlns:a16="http://schemas.microsoft.com/office/drawing/2014/main" id="{E96778EB-3A0D-8865-E19C-1C48DC95D2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6" name="Rectangle 37">
              <a:extLst>
                <a:ext uri="{FF2B5EF4-FFF2-40B4-BE49-F238E27FC236}">
                  <a16:creationId xmlns:a16="http://schemas.microsoft.com/office/drawing/2014/main" id="{B6F273DD-6EF5-79FC-A55C-829AF0617E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17" name="Line 38">
              <a:extLst>
                <a:ext uri="{FF2B5EF4-FFF2-40B4-BE49-F238E27FC236}">
                  <a16:creationId xmlns:a16="http://schemas.microsoft.com/office/drawing/2014/main" id="{8C23F3B3-68E1-19B6-C3AC-099040C15E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8" name="Line 39">
              <a:extLst>
                <a:ext uri="{FF2B5EF4-FFF2-40B4-BE49-F238E27FC236}">
                  <a16:creationId xmlns:a16="http://schemas.microsoft.com/office/drawing/2014/main" id="{C53DAB3A-1B30-575D-1D22-1CB833E54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9" name="Line 40">
              <a:extLst>
                <a:ext uri="{FF2B5EF4-FFF2-40B4-BE49-F238E27FC236}">
                  <a16:creationId xmlns:a16="http://schemas.microsoft.com/office/drawing/2014/main" id="{40138035-F3B6-8C1F-F9EE-A11E54955D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0" name="Line 41">
              <a:extLst>
                <a:ext uri="{FF2B5EF4-FFF2-40B4-BE49-F238E27FC236}">
                  <a16:creationId xmlns:a16="http://schemas.microsoft.com/office/drawing/2014/main" id="{1EE8DA61-1045-6E70-A17C-B8BD87071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1" name="Line 42">
              <a:extLst>
                <a:ext uri="{FF2B5EF4-FFF2-40B4-BE49-F238E27FC236}">
                  <a16:creationId xmlns:a16="http://schemas.microsoft.com/office/drawing/2014/main" id="{2FC372ED-10CE-0146-A7F7-312F03B8A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2" name="Line 43">
              <a:extLst>
                <a:ext uri="{FF2B5EF4-FFF2-40B4-BE49-F238E27FC236}">
                  <a16:creationId xmlns:a16="http://schemas.microsoft.com/office/drawing/2014/main" id="{0967FE5D-B515-0854-7179-B76434447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3" name="Line 44">
              <a:extLst>
                <a:ext uri="{FF2B5EF4-FFF2-40B4-BE49-F238E27FC236}">
                  <a16:creationId xmlns:a16="http://schemas.microsoft.com/office/drawing/2014/main" id="{F583A7E6-AC3C-8D31-BF0E-03EC0336A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24" name="Line 45">
              <a:extLst>
                <a:ext uri="{FF2B5EF4-FFF2-40B4-BE49-F238E27FC236}">
                  <a16:creationId xmlns:a16="http://schemas.microsoft.com/office/drawing/2014/main" id="{DBCDD7DC-7375-AAE5-6D5E-1CFF2910B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6" name="Group 46">
            <a:extLst>
              <a:ext uri="{FF2B5EF4-FFF2-40B4-BE49-F238E27FC236}">
                <a16:creationId xmlns:a16="http://schemas.microsoft.com/office/drawing/2014/main" id="{585B612B-75B8-4C45-8E68-D2025AE75300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752600"/>
            <a:ext cx="609600" cy="4876800"/>
            <a:chOff x="480" y="1152"/>
            <a:chExt cx="384" cy="3072"/>
          </a:xfrm>
        </p:grpSpPr>
        <p:sp>
          <p:nvSpPr>
            <p:cNvPr id="5205" name="Line 47">
              <a:extLst>
                <a:ext uri="{FF2B5EF4-FFF2-40B4-BE49-F238E27FC236}">
                  <a16:creationId xmlns:a16="http://schemas.microsoft.com/office/drawing/2014/main" id="{5AE41A79-B0E4-FBB1-6334-CBC1E18F2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6" name="Rectangle 48">
              <a:extLst>
                <a:ext uri="{FF2B5EF4-FFF2-40B4-BE49-F238E27FC236}">
                  <a16:creationId xmlns:a16="http://schemas.microsoft.com/office/drawing/2014/main" id="{26B8B939-7E55-FC44-29D8-D908BDF90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207" name="Line 49">
              <a:extLst>
                <a:ext uri="{FF2B5EF4-FFF2-40B4-BE49-F238E27FC236}">
                  <a16:creationId xmlns:a16="http://schemas.microsoft.com/office/drawing/2014/main" id="{2D0ABC5D-9311-B225-0BFF-E14E72AAB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8" name="Line 50">
              <a:extLst>
                <a:ext uri="{FF2B5EF4-FFF2-40B4-BE49-F238E27FC236}">
                  <a16:creationId xmlns:a16="http://schemas.microsoft.com/office/drawing/2014/main" id="{89115E4B-DE94-931E-85C1-48D2404ED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9" name="Line 51">
              <a:extLst>
                <a:ext uri="{FF2B5EF4-FFF2-40B4-BE49-F238E27FC236}">
                  <a16:creationId xmlns:a16="http://schemas.microsoft.com/office/drawing/2014/main" id="{410C2D47-6609-CBAC-E9DF-E785D5171B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0" name="Line 52">
              <a:extLst>
                <a:ext uri="{FF2B5EF4-FFF2-40B4-BE49-F238E27FC236}">
                  <a16:creationId xmlns:a16="http://schemas.microsoft.com/office/drawing/2014/main" id="{2C54CE95-907B-932D-4519-30CA99EA9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1" name="Line 53">
              <a:extLst>
                <a:ext uri="{FF2B5EF4-FFF2-40B4-BE49-F238E27FC236}">
                  <a16:creationId xmlns:a16="http://schemas.microsoft.com/office/drawing/2014/main" id="{DAA8039F-17F7-A939-104F-66EB82980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2" name="Line 54">
              <a:extLst>
                <a:ext uri="{FF2B5EF4-FFF2-40B4-BE49-F238E27FC236}">
                  <a16:creationId xmlns:a16="http://schemas.microsoft.com/office/drawing/2014/main" id="{894FF93B-168F-84FC-2D3E-3770D0DA0D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3" name="Line 55">
              <a:extLst>
                <a:ext uri="{FF2B5EF4-FFF2-40B4-BE49-F238E27FC236}">
                  <a16:creationId xmlns:a16="http://schemas.microsoft.com/office/drawing/2014/main" id="{E01C585F-530C-E3EF-9026-3FDD1C967B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4" name="Line 56">
              <a:extLst>
                <a:ext uri="{FF2B5EF4-FFF2-40B4-BE49-F238E27FC236}">
                  <a16:creationId xmlns:a16="http://schemas.microsoft.com/office/drawing/2014/main" id="{7C646C3D-D846-FEE7-7E75-F44343AE0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7" name="Group 57">
            <a:extLst>
              <a:ext uri="{FF2B5EF4-FFF2-40B4-BE49-F238E27FC236}">
                <a16:creationId xmlns:a16="http://schemas.microsoft.com/office/drawing/2014/main" id="{5A701F2B-995D-6FEB-65A8-AB9E13973597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752600"/>
            <a:ext cx="609600" cy="4876800"/>
            <a:chOff x="480" y="1152"/>
            <a:chExt cx="384" cy="3072"/>
          </a:xfrm>
        </p:grpSpPr>
        <p:sp>
          <p:nvSpPr>
            <p:cNvPr id="5195" name="Line 58">
              <a:extLst>
                <a:ext uri="{FF2B5EF4-FFF2-40B4-BE49-F238E27FC236}">
                  <a16:creationId xmlns:a16="http://schemas.microsoft.com/office/drawing/2014/main" id="{E8ACC162-C2E7-7ED2-BDEC-83F550E5B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6" name="Rectangle 59">
              <a:extLst>
                <a:ext uri="{FF2B5EF4-FFF2-40B4-BE49-F238E27FC236}">
                  <a16:creationId xmlns:a16="http://schemas.microsoft.com/office/drawing/2014/main" id="{5D25FAAF-27DA-5A6C-DBAA-58B5FE4C3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97" name="Line 60">
              <a:extLst>
                <a:ext uri="{FF2B5EF4-FFF2-40B4-BE49-F238E27FC236}">
                  <a16:creationId xmlns:a16="http://schemas.microsoft.com/office/drawing/2014/main" id="{54679D74-1187-0249-331B-DCD3445BB7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8" name="Line 61">
              <a:extLst>
                <a:ext uri="{FF2B5EF4-FFF2-40B4-BE49-F238E27FC236}">
                  <a16:creationId xmlns:a16="http://schemas.microsoft.com/office/drawing/2014/main" id="{06D0A1F6-05DB-FF36-7A29-628761A63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9" name="Line 62">
              <a:extLst>
                <a:ext uri="{FF2B5EF4-FFF2-40B4-BE49-F238E27FC236}">
                  <a16:creationId xmlns:a16="http://schemas.microsoft.com/office/drawing/2014/main" id="{6BE76A48-522F-3B72-D0BA-75C0300330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0" name="Line 63">
              <a:extLst>
                <a:ext uri="{FF2B5EF4-FFF2-40B4-BE49-F238E27FC236}">
                  <a16:creationId xmlns:a16="http://schemas.microsoft.com/office/drawing/2014/main" id="{3AB924A7-F690-D169-7BEC-D75D9EBC8A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1" name="Line 64">
              <a:extLst>
                <a:ext uri="{FF2B5EF4-FFF2-40B4-BE49-F238E27FC236}">
                  <a16:creationId xmlns:a16="http://schemas.microsoft.com/office/drawing/2014/main" id="{E581C4C6-221B-D41D-FE25-C523EFF22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2" name="Line 65">
              <a:extLst>
                <a:ext uri="{FF2B5EF4-FFF2-40B4-BE49-F238E27FC236}">
                  <a16:creationId xmlns:a16="http://schemas.microsoft.com/office/drawing/2014/main" id="{5F2CD07A-7267-AEB8-A241-84F5C33AA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3" name="Line 66">
              <a:extLst>
                <a:ext uri="{FF2B5EF4-FFF2-40B4-BE49-F238E27FC236}">
                  <a16:creationId xmlns:a16="http://schemas.microsoft.com/office/drawing/2014/main" id="{74E7E431-5993-D84E-430A-0D239BD5AB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4" name="Line 67">
              <a:extLst>
                <a:ext uri="{FF2B5EF4-FFF2-40B4-BE49-F238E27FC236}">
                  <a16:creationId xmlns:a16="http://schemas.microsoft.com/office/drawing/2014/main" id="{03725E8D-A9F8-6293-1B00-8B18EBCEC3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8" name="Group 68">
            <a:extLst>
              <a:ext uri="{FF2B5EF4-FFF2-40B4-BE49-F238E27FC236}">
                <a16:creationId xmlns:a16="http://schemas.microsoft.com/office/drawing/2014/main" id="{814AB811-9C6C-EF28-9840-0836E3A27843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752600"/>
            <a:ext cx="609600" cy="4876800"/>
            <a:chOff x="480" y="1152"/>
            <a:chExt cx="384" cy="3072"/>
          </a:xfrm>
        </p:grpSpPr>
        <p:sp>
          <p:nvSpPr>
            <p:cNvPr id="5185" name="Line 69">
              <a:extLst>
                <a:ext uri="{FF2B5EF4-FFF2-40B4-BE49-F238E27FC236}">
                  <a16:creationId xmlns:a16="http://schemas.microsoft.com/office/drawing/2014/main" id="{0254F465-D15A-BD88-C6CC-0460B527BB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6" name="Rectangle 70">
              <a:extLst>
                <a:ext uri="{FF2B5EF4-FFF2-40B4-BE49-F238E27FC236}">
                  <a16:creationId xmlns:a16="http://schemas.microsoft.com/office/drawing/2014/main" id="{E28D731B-EF47-52AF-97FB-C3A175011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87" name="Line 71">
              <a:extLst>
                <a:ext uri="{FF2B5EF4-FFF2-40B4-BE49-F238E27FC236}">
                  <a16:creationId xmlns:a16="http://schemas.microsoft.com/office/drawing/2014/main" id="{5D8F45A8-C821-07CF-A816-9EF5A88922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8" name="Line 72">
              <a:extLst>
                <a:ext uri="{FF2B5EF4-FFF2-40B4-BE49-F238E27FC236}">
                  <a16:creationId xmlns:a16="http://schemas.microsoft.com/office/drawing/2014/main" id="{F39CE207-3797-2E73-89A0-DC9DEF4FE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9" name="Line 73">
              <a:extLst>
                <a:ext uri="{FF2B5EF4-FFF2-40B4-BE49-F238E27FC236}">
                  <a16:creationId xmlns:a16="http://schemas.microsoft.com/office/drawing/2014/main" id="{DD346DA4-D34B-A6BB-7472-321D3BA61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0" name="Line 74">
              <a:extLst>
                <a:ext uri="{FF2B5EF4-FFF2-40B4-BE49-F238E27FC236}">
                  <a16:creationId xmlns:a16="http://schemas.microsoft.com/office/drawing/2014/main" id="{08A9C242-A853-732A-A58E-D4FE016F1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1" name="Line 75">
              <a:extLst>
                <a:ext uri="{FF2B5EF4-FFF2-40B4-BE49-F238E27FC236}">
                  <a16:creationId xmlns:a16="http://schemas.microsoft.com/office/drawing/2014/main" id="{BDCB379A-3219-AE61-CEA4-47D266131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2" name="Line 76">
              <a:extLst>
                <a:ext uri="{FF2B5EF4-FFF2-40B4-BE49-F238E27FC236}">
                  <a16:creationId xmlns:a16="http://schemas.microsoft.com/office/drawing/2014/main" id="{F6BECE84-CD1C-81FC-EBD3-8D95A05E7C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3" name="Line 77">
              <a:extLst>
                <a:ext uri="{FF2B5EF4-FFF2-40B4-BE49-F238E27FC236}">
                  <a16:creationId xmlns:a16="http://schemas.microsoft.com/office/drawing/2014/main" id="{C41C8B2C-EDCB-F494-1C53-CA568F0344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4" name="Line 78">
              <a:extLst>
                <a:ext uri="{FF2B5EF4-FFF2-40B4-BE49-F238E27FC236}">
                  <a16:creationId xmlns:a16="http://schemas.microsoft.com/office/drawing/2014/main" id="{8F429343-E1A1-734A-D2DE-26BF5E5555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9" name="Group 79">
            <a:extLst>
              <a:ext uri="{FF2B5EF4-FFF2-40B4-BE49-F238E27FC236}">
                <a16:creationId xmlns:a16="http://schemas.microsoft.com/office/drawing/2014/main" id="{4B80EF97-4FDF-5117-6B30-FBBAF80D26DE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752600"/>
            <a:ext cx="609600" cy="4876800"/>
            <a:chOff x="480" y="1152"/>
            <a:chExt cx="384" cy="3072"/>
          </a:xfrm>
        </p:grpSpPr>
        <p:sp>
          <p:nvSpPr>
            <p:cNvPr id="5175" name="Line 80">
              <a:extLst>
                <a:ext uri="{FF2B5EF4-FFF2-40B4-BE49-F238E27FC236}">
                  <a16:creationId xmlns:a16="http://schemas.microsoft.com/office/drawing/2014/main" id="{3786B417-86E4-2385-66DA-42C4D267D7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6" name="Rectangle 81">
              <a:extLst>
                <a:ext uri="{FF2B5EF4-FFF2-40B4-BE49-F238E27FC236}">
                  <a16:creationId xmlns:a16="http://schemas.microsoft.com/office/drawing/2014/main" id="{2EEF7A34-7B8D-4EC4-FBEE-16E197D1B2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77" name="Line 82">
              <a:extLst>
                <a:ext uri="{FF2B5EF4-FFF2-40B4-BE49-F238E27FC236}">
                  <a16:creationId xmlns:a16="http://schemas.microsoft.com/office/drawing/2014/main" id="{D905E3D3-E334-A234-3F71-ED156B7DF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8" name="Line 83">
              <a:extLst>
                <a:ext uri="{FF2B5EF4-FFF2-40B4-BE49-F238E27FC236}">
                  <a16:creationId xmlns:a16="http://schemas.microsoft.com/office/drawing/2014/main" id="{0D84C5FA-0360-D8D1-1FB5-6661B7E2EF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9" name="Line 84">
              <a:extLst>
                <a:ext uri="{FF2B5EF4-FFF2-40B4-BE49-F238E27FC236}">
                  <a16:creationId xmlns:a16="http://schemas.microsoft.com/office/drawing/2014/main" id="{1C1459A0-A55A-824B-4362-9F555C26E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0" name="Line 85">
              <a:extLst>
                <a:ext uri="{FF2B5EF4-FFF2-40B4-BE49-F238E27FC236}">
                  <a16:creationId xmlns:a16="http://schemas.microsoft.com/office/drawing/2014/main" id="{ABB91776-A7E1-3491-EDC3-9682A1FA6D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1" name="Line 86">
              <a:extLst>
                <a:ext uri="{FF2B5EF4-FFF2-40B4-BE49-F238E27FC236}">
                  <a16:creationId xmlns:a16="http://schemas.microsoft.com/office/drawing/2014/main" id="{B11D8773-80F3-7AC3-0214-618FDEBC2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2" name="Line 87">
              <a:extLst>
                <a:ext uri="{FF2B5EF4-FFF2-40B4-BE49-F238E27FC236}">
                  <a16:creationId xmlns:a16="http://schemas.microsoft.com/office/drawing/2014/main" id="{7A28B590-C13D-45A5-B990-78DF4AE25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3" name="Line 88">
              <a:extLst>
                <a:ext uri="{FF2B5EF4-FFF2-40B4-BE49-F238E27FC236}">
                  <a16:creationId xmlns:a16="http://schemas.microsoft.com/office/drawing/2014/main" id="{B29B81AB-0F9A-3879-20AD-71F7DA7D5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84" name="Line 89">
              <a:extLst>
                <a:ext uri="{FF2B5EF4-FFF2-40B4-BE49-F238E27FC236}">
                  <a16:creationId xmlns:a16="http://schemas.microsoft.com/office/drawing/2014/main" id="{AFBD0826-65D5-9195-EE37-5FF9C1C2C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30" name="Rectangle 115">
            <a:extLst>
              <a:ext uri="{FF2B5EF4-FFF2-40B4-BE49-F238E27FC236}">
                <a16:creationId xmlns:a16="http://schemas.microsoft.com/office/drawing/2014/main" id="{17D2F091-8C66-2604-4F77-DEE8E0AC9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0"/>
            <a:ext cx="547688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[ 0 ]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[ 1 ]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[ 2 ]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[ 3 ]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[ 4 ]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[ 5 ]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[ 6 ]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[ 7 ]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[ 8 ]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600" b="1">
              <a:solidFill>
                <a:srgbClr val="CC0000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600" b="1">
                <a:solidFill>
                  <a:srgbClr val="CC0000"/>
                </a:solidFill>
              </a:rPr>
              <a:t>[ 9 ]</a:t>
            </a:r>
          </a:p>
        </p:txBody>
      </p:sp>
      <p:grpSp>
        <p:nvGrpSpPr>
          <p:cNvPr id="5131" name="Group 144">
            <a:extLst>
              <a:ext uri="{FF2B5EF4-FFF2-40B4-BE49-F238E27FC236}">
                <a16:creationId xmlns:a16="http://schemas.microsoft.com/office/drawing/2014/main" id="{163DA897-BD3A-F8BA-797C-C4715E783A28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1752600"/>
            <a:ext cx="609600" cy="4876800"/>
            <a:chOff x="480" y="1152"/>
            <a:chExt cx="384" cy="3072"/>
          </a:xfrm>
        </p:grpSpPr>
        <p:sp>
          <p:nvSpPr>
            <p:cNvPr id="5165" name="Line 145">
              <a:extLst>
                <a:ext uri="{FF2B5EF4-FFF2-40B4-BE49-F238E27FC236}">
                  <a16:creationId xmlns:a16="http://schemas.microsoft.com/office/drawing/2014/main" id="{FE437435-EA50-71E8-439A-46E689B728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Rectangle 146">
              <a:extLst>
                <a:ext uri="{FF2B5EF4-FFF2-40B4-BE49-F238E27FC236}">
                  <a16:creationId xmlns:a16="http://schemas.microsoft.com/office/drawing/2014/main" id="{E54F7681-C860-B907-A19E-61A325A6B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67" name="Line 147">
              <a:extLst>
                <a:ext uri="{FF2B5EF4-FFF2-40B4-BE49-F238E27FC236}">
                  <a16:creationId xmlns:a16="http://schemas.microsoft.com/office/drawing/2014/main" id="{8CA1CB4A-2D82-4777-A111-7FE8D7EEA3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148">
              <a:extLst>
                <a:ext uri="{FF2B5EF4-FFF2-40B4-BE49-F238E27FC236}">
                  <a16:creationId xmlns:a16="http://schemas.microsoft.com/office/drawing/2014/main" id="{4B2EA112-79F6-FAE2-FCBB-A0B6DF707D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49">
              <a:extLst>
                <a:ext uri="{FF2B5EF4-FFF2-40B4-BE49-F238E27FC236}">
                  <a16:creationId xmlns:a16="http://schemas.microsoft.com/office/drawing/2014/main" id="{8A24E08B-CE48-23F7-C2D8-0E90194DEF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50">
              <a:extLst>
                <a:ext uri="{FF2B5EF4-FFF2-40B4-BE49-F238E27FC236}">
                  <a16:creationId xmlns:a16="http://schemas.microsoft.com/office/drawing/2014/main" id="{D993D557-79BE-0A40-DCE0-EA994ADE8B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51">
              <a:extLst>
                <a:ext uri="{FF2B5EF4-FFF2-40B4-BE49-F238E27FC236}">
                  <a16:creationId xmlns:a16="http://schemas.microsoft.com/office/drawing/2014/main" id="{3CED71ED-6DAF-A678-3A17-A5B53A12DC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52">
              <a:extLst>
                <a:ext uri="{FF2B5EF4-FFF2-40B4-BE49-F238E27FC236}">
                  <a16:creationId xmlns:a16="http://schemas.microsoft.com/office/drawing/2014/main" id="{D7C7D937-0179-33A7-F9E7-06FBF4DC2A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3" name="Line 153">
              <a:extLst>
                <a:ext uri="{FF2B5EF4-FFF2-40B4-BE49-F238E27FC236}">
                  <a16:creationId xmlns:a16="http://schemas.microsoft.com/office/drawing/2014/main" id="{A2B2E596-B313-963F-CAF0-1C2BB18D80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4" name="Line 154">
              <a:extLst>
                <a:ext uri="{FF2B5EF4-FFF2-40B4-BE49-F238E27FC236}">
                  <a16:creationId xmlns:a16="http://schemas.microsoft.com/office/drawing/2014/main" id="{2C787649-4FD4-007E-3870-3D679A970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2" name="Group 156">
            <a:extLst>
              <a:ext uri="{FF2B5EF4-FFF2-40B4-BE49-F238E27FC236}">
                <a16:creationId xmlns:a16="http://schemas.microsoft.com/office/drawing/2014/main" id="{0D8F8B49-54E5-7D22-7BBA-720F810643BA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752600"/>
            <a:ext cx="609600" cy="4876800"/>
            <a:chOff x="480" y="1152"/>
            <a:chExt cx="384" cy="3072"/>
          </a:xfrm>
        </p:grpSpPr>
        <p:sp>
          <p:nvSpPr>
            <p:cNvPr id="5155" name="Line 157">
              <a:extLst>
                <a:ext uri="{FF2B5EF4-FFF2-40B4-BE49-F238E27FC236}">
                  <a16:creationId xmlns:a16="http://schemas.microsoft.com/office/drawing/2014/main" id="{040A59C8-EF05-82C5-A38F-1BF7203C3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Rectangle 158">
              <a:extLst>
                <a:ext uri="{FF2B5EF4-FFF2-40B4-BE49-F238E27FC236}">
                  <a16:creationId xmlns:a16="http://schemas.microsoft.com/office/drawing/2014/main" id="{4334379D-FE1C-A38D-A427-E37BBA2DC3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57" name="Line 159">
              <a:extLst>
                <a:ext uri="{FF2B5EF4-FFF2-40B4-BE49-F238E27FC236}">
                  <a16:creationId xmlns:a16="http://schemas.microsoft.com/office/drawing/2014/main" id="{D14AAF80-492C-2C05-19D9-4AC3BF8D8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8" name="Line 160">
              <a:extLst>
                <a:ext uri="{FF2B5EF4-FFF2-40B4-BE49-F238E27FC236}">
                  <a16:creationId xmlns:a16="http://schemas.microsoft.com/office/drawing/2014/main" id="{E579FB94-07E4-EBCA-000A-2B283CBD42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9" name="Line 161">
              <a:extLst>
                <a:ext uri="{FF2B5EF4-FFF2-40B4-BE49-F238E27FC236}">
                  <a16:creationId xmlns:a16="http://schemas.microsoft.com/office/drawing/2014/main" id="{B693010F-4837-B239-D952-1A5711A0E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0" name="Line 162">
              <a:extLst>
                <a:ext uri="{FF2B5EF4-FFF2-40B4-BE49-F238E27FC236}">
                  <a16:creationId xmlns:a16="http://schemas.microsoft.com/office/drawing/2014/main" id="{4D86E4C9-133A-E481-AA7B-6F77E6874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163">
              <a:extLst>
                <a:ext uri="{FF2B5EF4-FFF2-40B4-BE49-F238E27FC236}">
                  <a16:creationId xmlns:a16="http://schemas.microsoft.com/office/drawing/2014/main" id="{28D9F979-73AE-4DBB-D31B-AE300E952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164">
              <a:extLst>
                <a:ext uri="{FF2B5EF4-FFF2-40B4-BE49-F238E27FC236}">
                  <a16:creationId xmlns:a16="http://schemas.microsoft.com/office/drawing/2014/main" id="{EBC2F634-3D71-F239-7B08-E49310F1F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165">
              <a:extLst>
                <a:ext uri="{FF2B5EF4-FFF2-40B4-BE49-F238E27FC236}">
                  <a16:creationId xmlns:a16="http://schemas.microsoft.com/office/drawing/2014/main" id="{1521D7BC-0B8B-9333-758E-9DEFBFE63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166">
              <a:extLst>
                <a:ext uri="{FF2B5EF4-FFF2-40B4-BE49-F238E27FC236}">
                  <a16:creationId xmlns:a16="http://schemas.microsoft.com/office/drawing/2014/main" id="{6124AF94-9C73-0476-5848-3B785DCA8B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3" name="Group 168">
            <a:extLst>
              <a:ext uri="{FF2B5EF4-FFF2-40B4-BE49-F238E27FC236}">
                <a16:creationId xmlns:a16="http://schemas.microsoft.com/office/drawing/2014/main" id="{EA09F264-5C7F-6CD3-D198-797A7B652FC5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1752600"/>
            <a:ext cx="609600" cy="4876800"/>
            <a:chOff x="480" y="1152"/>
            <a:chExt cx="384" cy="3072"/>
          </a:xfrm>
        </p:grpSpPr>
        <p:sp>
          <p:nvSpPr>
            <p:cNvPr id="5145" name="Line 169">
              <a:extLst>
                <a:ext uri="{FF2B5EF4-FFF2-40B4-BE49-F238E27FC236}">
                  <a16:creationId xmlns:a16="http://schemas.microsoft.com/office/drawing/2014/main" id="{385C54A2-F4AE-2829-C394-C706B097A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6" name="Rectangle 170">
              <a:extLst>
                <a:ext uri="{FF2B5EF4-FFF2-40B4-BE49-F238E27FC236}">
                  <a16:creationId xmlns:a16="http://schemas.microsoft.com/office/drawing/2014/main" id="{7CAE7178-1271-8B1B-25BD-A8F588C5F6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47" name="Line 171">
              <a:extLst>
                <a:ext uri="{FF2B5EF4-FFF2-40B4-BE49-F238E27FC236}">
                  <a16:creationId xmlns:a16="http://schemas.microsoft.com/office/drawing/2014/main" id="{911C9D13-835F-855C-CE1F-6912BB503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8" name="Line 172">
              <a:extLst>
                <a:ext uri="{FF2B5EF4-FFF2-40B4-BE49-F238E27FC236}">
                  <a16:creationId xmlns:a16="http://schemas.microsoft.com/office/drawing/2014/main" id="{2A04AC3C-C300-BA45-C699-EBD0D6726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9" name="Line 173">
              <a:extLst>
                <a:ext uri="{FF2B5EF4-FFF2-40B4-BE49-F238E27FC236}">
                  <a16:creationId xmlns:a16="http://schemas.microsoft.com/office/drawing/2014/main" id="{1F9C4C65-E8E5-C2A3-7E8B-7B8D81CC12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0" name="Line 174">
              <a:extLst>
                <a:ext uri="{FF2B5EF4-FFF2-40B4-BE49-F238E27FC236}">
                  <a16:creationId xmlns:a16="http://schemas.microsoft.com/office/drawing/2014/main" id="{D174114E-9737-8F62-F959-D568FF620F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1" name="Line 175">
              <a:extLst>
                <a:ext uri="{FF2B5EF4-FFF2-40B4-BE49-F238E27FC236}">
                  <a16:creationId xmlns:a16="http://schemas.microsoft.com/office/drawing/2014/main" id="{0C22FC5E-2D90-140D-6CDA-B3B9BB2859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2" name="Line 176">
              <a:extLst>
                <a:ext uri="{FF2B5EF4-FFF2-40B4-BE49-F238E27FC236}">
                  <a16:creationId xmlns:a16="http://schemas.microsoft.com/office/drawing/2014/main" id="{FB19AAED-4327-1FC1-7D2E-BD506BD8BC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3" name="Line 177">
              <a:extLst>
                <a:ext uri="{FF2B5EF4-FFF2-40B4-BE49-F238E27FC236}">
                  <a16:creationId xmlns:a16="http://schemas.microsoft.com/office/drawing/2014/main" id="{5B950E9A-73CC-A370-AB4E-39FAE85A62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4" name="Line 178">
              <a:extLst>
                <a:ext uri="{FF2B5EF4-FFF2-40B4-BE49-F238E27FC236}">
                  <a16:creationId xmlns:a16="http://schemas.microsoft.com/office/drawing/2014/main" id="{D1461021-FCC3-8425-FD42-B63D3CA56B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34" name="Group 65">
            <a:extLst>
              <a:ext uri="{FF2B5EF4-FFF2-40B4-BE49-F238E27FC236}">
                <a16:creationId xmlns:a16="http://schemas.microsoft.com/office/drawing/2014/main" id="{258F3FBC-98E5-7DAA-21BC-CD7429DA037C}"/>
              </a:ext>
            </a:extLst>
          </p:cNvPr>
          <p:cNvGrpSpPr>
            <a:grpSpLocks/>
          </p:cNvGrpSpPr>
          <p:nvPr/>
        </p:nvGrpSpPr>
        <p:grpSpPr bwMode="auto">
          <a:xfrm>
            <a:off x="7539038" y="1755775"/>
            <a:ext cx="609600" cy="4876800"/>
            <a:chOff x="480" y="1152"/>
            <a:chExt cx="384" cy="3072"/>
          </a:xfrm>
        </p:grpSpPr>
        <p:sp>
          <p:nvSpPr>
            <p:cNvPr id="5135" name="Line 66">
              <a:extLst>
                <a:ext uri="{FF2B5EF4-FFF2-40B4-BE49-F238E27FC236}">
                  <a16:creationId xmlns:a16="http://schemas.microsoft.com/office/drawing/2014/main" id="{65CBCFFB-AE8E-C3ED-69B1-BD151E205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44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6" name="Rectangle 67">
              <a:extLst>
                <a:ext uri="{FF2B5EF4-FFF2-40B4-BE49-F238E27FC236}">
                  <a16:creationId xmlns:a16="http://schemas.microsoft.com/office/drawing/2014/main" id="{8025E221-30C4-F56D-B2CF-67DAA21EA0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152"/>
              <a:ext cx="384" cy="3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5137" name="Line 68">
              <a:extLst>
                <a:ext uri="{FF2B5EF4-FFF2-40B4-BE49-F238E27FC236}">
                  <a16:creationId xmlns:a16="http://schemas.microsoft.com/office/drawing/2014/main" id="{7853AD33-022A-4FA3-51D4-0552119F07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17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8" name="Line 69">
              <a:extLst>
                <a:ext uri="{FF2B5EF4-FFF2-40B4-BE49-F238E27FC236}">
                  <a16:creationId xmlns:a16="http://schemas.microsoft.com/office/drawing/2014/main" id="{20514508-5D20-1BBC-D3EC-F3F328C6D6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064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39" name="Line 70">
              <a:extLst>
                <a:ext uri="{FF2B5EF4-FFF2-40B4-BE49-F238E27FC236}">
                  <a16:creationId xmlns:a16="http://schemas.microsoft.com/office/drawing/2014/main" id="{5A9CD978-39F3-7D2B-D90C-7AAC79DDA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35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0" name="Line 71">
              <a:extLst>
                <a:ext uri="{FF2B5EF4-FFF2-40B4-BE49-F238E27FC236}">
                  <a16:creationId xmlns:a16="http://schemas.microsoft.com/office/drawing/2014/main" id="{1813BD95-3A90-D076-6A9D-C804A6F54B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68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1" name="Line 72">
              <a:extLst>
                <a:ext uri="{FF2B5EF4-FFF2-40B4-BE49-F238E27FC236}">
                  <a16:creationId xmlns:a16="http://schemas.microsoft.com/office/drawing/2014/main" id="{260B27FE-8FBA-297D-7F00-F5631C81B8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297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2" name="Line 73">
              <a:extLst>
                <a:ext uri="{FF2B5EF4-FFF2-40B4-BE49-F238E27FC236}">
                  <a16:creationId xmlns:a16="http://schemas.microsoft.com/office/drawing/2014/main" id="{5F313201-9004-A388-1CC6-39946C9BF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312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3" name="Line 74">
              <a:extLst>
                <a:ext uri="{FF2B5EF4-FFF2-40B4-BE49-F238E27FC236}">
                  <a16:creationId xmlns:a16="http://schemas.microsoft.com/office/drawing/2014/main" id="{85CB2320-65F7-C052-9FB0-8CA77F5083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600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44" name="Line 75">
              <a:extLst>
                <a:ext uri="{FF2B5EF4-FFF2-40B4-BE49-F238E27FC236}">
                  <a16:creationId xmlns:a16="http://schemas.microsoft.com/office/drawing/2014/main" id="{35978B6E-0782-BC68-FA6D-A6E5F95C2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" y="3936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Rectangle 120">
            <a:extLst>
              <a:ext uri="{FF2B5EF4-FFF2-40B4-BE49-F238E27FC236}">
                <a16:creationId xmlns:a16="http://schemas.microsoft.com/office/drawing/2014/main" id="{A2D9977F-24DA-F473-09A2-803124817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805" y="1808441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254ED-F131-4CC6-CA5B-CD37458D6638}"/>
              </a:ext>
            </a:extLst>
          </p:cNvPr>
          <p:cNvSpPr txBox="1"/>
          <p:nvPr/>
        </p:nvSpPr>
        <p:spPr>
          <a:xfrm>
            <a:off x="836917" y="1361460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5</a:t>
            </a:r>
            <a:endParaRPr lang="en-US"/>
          </a:p>
        </p:txBody>
      </p:sp>
      <p:sp>
        <p:nvSpPr>
          <p:cNvPr id="6" name="Rectangle 120">
            <a:extLst>
              <a:ext uri="{FF2B5EF4-FFF2-40B4-BE49-F238E27FC236}">
                <a16:creationId xmlns:a16="http://schemas.microsoft.com/office/drawing/2014/main" id="{A98C239F-596E-F432-2457-931A9FAAD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343" y="1808440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48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2DC884-FDBD-06D2-1804-1F59E78F23CB}"/>
              </a:ext>
            </a:extLst>
          </p:cNvPr>
          <p:cNvSpPr txBox="1"/>
          <p:nvPr/>
        </p:nvSpPr>
        <p:spPr>
          <a:xfrm>
            <a:off x="2058925" y="1361459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6</a:t>
            </a:r>
            <a:endParaRPr lang="en-US"/>
          </a:p>
        </p:txBody>
      </p:sp>
      <p:sp>
        <p:nvSpPr>
          <p:cNvPr id="8" name="Rectangle 120">
            <a:extLst>
              <a:ext uri="{FF2B5EF4-FFF2-40B4-BE49-F238E27FC236}">
                <a16:creationId xmlns:a16="http://schemas.microsoft.com/office/drawing/2014/main" id="{E14CC1F5-AB0B-251A-AC32-8E960932E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347" y="1808439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9" name="Rectangle 120">
            <a:extLst>
              <a:ext uri="{FF2B5EF4-FFF2-40B4-BE49-F238E27FC236}">
                <a16:creationId xmlns:a16="http://schemas.microsoft.com/office/drawing/2014/main" id="{F257C812-E05A-9719-6327-87FD7D4D9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351" y="1808438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0" name="Rectangle 120">
            <a:extLst>
              <a:ext uri="{FF2B5EF4-FFF2-40B4-BE49-F238E27FC236}">
                <a16:creationId xmlns:a16="http://schemas.microsoft.com/office/drawing/2014/main" id="{6EE6353A-7608-30FA-01FA-E75BD095A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21" y="1808438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28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C1DD4F-9DCE-1FDD-529A-CECA029CDC25}"/>
              </a:ext>
            </a:extLst>
          </p:cNvPr>
          <p:cNvSpPr txBox="1"/>
          <p:nvPr/>
        </p:nvSpPr>
        <p:spPr>
          <a:xfrm>
            <a:off x="3902473" y="1361458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7</a:t>
            </a:r>
            <a:endParaRPr lang="en-US"/>
          </a:p>
        </p:txBody>
      </p:sp>
      <p:sp>
        <p:nvSpPr>
          <p:cNvPr id="12" name="Rectangle 120">
            <a:extLst>
              <a:ext uri="{FF2B5EF4-FFF2-40B4-BE49-F238E27FC236}">
                <a16:creationId xmlns:a16="http://schemas.microsoft.com/office/drawing/2014/main" id="{A25F6B40-4CBC-B99A-DB5E-CBE1F0A4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2825" y="1808437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28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3" name="Rectangle 120">
            <a:extLst>
              <a:ext uri="{FF2B5EF4-FFF2-40B4-BE49-F238E27FC236}">
                <a16:creationId xmlns:a16="http://schemas.microsoft.com/office/drawing/2014/main" id="{F3D475E3-765B-DE23-DA63-EB1DB61A6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898" y="1808436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22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cs typeface="Arial" panose="020B0604020202020204" pitchFamily="34" charset="0"/>
              </a:rPr>
              <a:t>9</a:t>
            </a: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28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1DCEA-D94E-791C-75E4-5B33A318CCE0}"/>
              </a:ext>
            </a:extLst>
          </p:cNvPr>
          <p:cNvSpPr txBox="1"/>
          <p:nvPr/>
        </p:nvSpPr>
        <p:spPr>
          <a:xfrm>
            <a:off x="5103412" y="1361457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8</a:t>
            </a:r>
            <a:endParaRPr lang="en-US"/>
          </a:p>
        </p:txBody>
      </p:sp>
      <p:sp>
        <p:nvSpPr>
          <p:cNvPr id="15" name="Rectangle 120">
            <a:extLst>
              <a:ext uri="{FF2B5EF4-FFF2-40B4-BE49-F238E27FC236}">
                <a16:creationId xmlns:a16="http://schemas.microsoft.com/office/drawing/2014/main" id="{1FF6F53D-B4A3-C082-9E34-7AA2F29D2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4833" y="1808435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9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 dirty="0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22</a:t>
            </a: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28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1AD39B-33FD-FB4B-AF08-41DB662EBCA7}"/>
              </a:ext>
            </a:extLst>
          </p:cNvPr>
          <p:cNvSpPr txBox="1"/>
          <p:nvPr/>
        </p:nvSpPr>
        <p:spPr>
          <a:xfrm>
            <a:off x="5724950" y="971677"/>
            <a:ext cx="1838812" cy="3827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Pass 9</a:t>
            </a:r>
            <a:endParaRPr lang="en-US"/>
          </a:p>
        </p:txBody>
      </p:sp>
      <p:sp>
        <p:nvSpPr>
          <p:cNvPr id="17" name="Rectangle 120">
            <a:extLst>
              <a:ext uri="{FF2B5EF4-FFF2-40B4-BE49-F238E27FC236}">
                <a16:creationId xmlns:a16="http://schemas.microsoft.com/office/drawing/2014/main" id="{0CCCAA44-7B10-81A4-1837-C01548FD5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5837" y="1808434"/>
            <a:ext cx="413575" cy="47711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t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en-US" sz="1600" b="1">
                <a:latin typeface="Arial"/>
                <a:cs typeface="Arial"/>
              </a:rPr>
              <a:t>5</a:t>
            </a:r>
            <a:endParaRPr lang="en-US" altLang="en-US" sz="1600" b="1"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</a:t>
            </a: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22</a:t>
            </a: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28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48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54</a:t>
            </a: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63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76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latin typeface="Arial"/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81</a:t>
            </a:r>
            <a:endParaRPr lang="en-US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endParaRPr lang="en-US" altLang="en-US" sz="1600" b="1" dirty="0">
              <a:solidFill>
                <a:srgbClr val="FFC000"/>
              </a:solidFill>
              <a:cs typeface="Arial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en-US" sz="1600" b="1">
                <a:solidFill>
                  <a:srgbClr val="FFC000"/>
                </a:solidFill>
                <a:latin typeface="Arial"/>
                <a:cs typeface="Arial"/>
              </a:rPr>
              <a:t>92</a:t>
            </a:r>
            <a:endParaRPr lang="en-US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324</Words>
  <Application>Microsoft Office PowerPoint</Application>
  <PresentationFormat>On-screen Show (4:3)</PresentationFormat>
  <Paragraphs>93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Default Design</vt:lpstr>
      <vt:lpstr>Build Heap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Rob Alexander</cp:lastModifiedBy>
  <cp:revision>168</cp:revision>
  <dcterms:created xsi:type="dcterms:W3CDTF">2006-03-17T02:26:05Z</dcterms:created>
  <dcterms:modified xsi:type="dcterms:W3CDTF">2026-04-14T15:01:10Z</dcterms:modified>
</cp:coreProperties>
</file>